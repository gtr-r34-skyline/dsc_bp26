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Nunito Bold" panose="020B0604020202020204" charset="0"/>
      <p:regular r:id="rId8"/>
    </p:embeddedFont>
    <p:embeddedFont>
      <p:font typeface="Poppins" panose="020B0604020202020204" charset="0"/>
      <p:regular r:id="rId9"/>
    </p:embeddedFont>
    <p:embeddedFont>
      <p:font typeface="Nunito" panose="020B0604020202020204" charset="0"/>
      <p:regular r:id="rId10"/>
    </p:embeddedFon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Anonymous Pro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5" d="100"/>
          <a:sy n="75" d="100"/>
        </p:scale>
        <p:origin x="480" y="4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font" Target="fonts/font8.fntdata"/><Relationship Id="rId10" Type="http://schemas.openxmlformats.org/officeDocument/2006/relationships/font" Target="fonts/font3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font" Target="fonts/font7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23065" y="2473586"/>
            <a:ext cx="17441869" cy="7425168"/>
            <a:chOff x="0" y="0"/>
            <a:chExt cx="4593743" cy="1955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93743" cy="1955600"/>
            </a:xfrm>
            <a:custGeom>
              <a:avLst/>
              <a:gdLst/>
              <a:ahLst/>
              <a:cxnLst/>
              <a:rect l="l" t="t" r="r" b="b"/>
              <a:pathLst>
                <a:path w="4593743" h="1955600">
                  <a:moveTo>
                    <a:pt x="7546" y="0"/>
                  </a:moveTo>
                  <a:lnTo>
                    <a:pt x="4586198" y="0"/>
                  </a:lnTo>
                  <a:cubicBezTo>
                    <a:pt x="4588199" y="0"/>
                    <a:pt x="4590118" y="795"/>
                    <a:pt x="4591533" y="2210"/>
                  </a:cubicBezTo>
                  <a:cubicBezTo>
                    <a:pt x="4592948" y="3625"/>
                    <a:pt x="4593743" y="5545"/>
                    <a:pt x="4593743" y="7546"/>
                  </a:cubicBezTo>
                  <a:lnTo>
                    <a:pt x="4593743" y="1948054"/>
                  </a:lnTo>
                  <a:cubicBezTo>
                    <a:pt x="4593743" y="1950055"/>
                    <a:pt x="4592948" y="1951975"/>
                    <a:pt x="4591533" y="1953390"/>
                  </a:cubicBezTo>
                  <a:cubicBezTo>
                    <a:pt x="4590118" y="1954805"/>
                    <a:pt x="4588199" y="1955600"/>
                    <a:pt x="4586198" y="1955600"/>
                  </a:cubicBezTo>
                  <a:lnTo>
                    <a:pt x="7546" y="1955600"/>
                  </a:lnTo>
                  <a:cubicBezTo>
                    <a:pt x="5545" y="1955600"/>
                    <a:pt x="3625" y="1954805"/>
                    <a:pt x="2210" y="1953390"/>
                  </a:cubicBezTo>
                  <a:cubicBezTo>
                    <a:pt x="795" y="1951975"/>
                    <a:pt x="0" y="1950055"/>
                    <a:pt x="0" y="1948054"/>
                  </a:cubicBezTo>
                  <a:lnTo>
                    <a:pt x="0" y="7546"/>
                  </a:lnTo>
                  <a:cubicBezTo>
                    <a:pt x="0" y="5545"/>
                    <a:pt x="795" y="3625"/>
                    <a:pt x="2210" y="2210"/>
                  </a:cubicBezTo>
                  <a:cubicBezTo>
                    <a:pt x="3625" y="795"/>
                    <a:pt x="5545" y="0"/>
                    <a:pt x="7546" y="0"/>
                  </a:cubicBezTo>
                  <a:close/>
                </a:path>
              </a:pathLst>
            </a:custGeom>
            <a:solidFill>
              <a:srgbClr val="7B7B7B">
                <a:alpha val="89804"/>
              </a:srgbClr>
            </a:solidFill>
            <a:ln w="38100" cap="sq">
              <a:solidFill>
                <a:srgbClr val="D1D1D1">
                  <a:alpha val="89804"/>
                </a:srgbClr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4593743" cy="205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287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4014917" y="553246"/>
            <a:ext cx="3850017" cy="950908"/>
          </a:xfrm>
          <a:custGeom>
            <a:avLst/>
            <a:gdLst/>
            <a:ahLst/>
            <a:cxnLst/>
            <a:rect l="l" t="t" r="r" b="b"/>
            <a:pathLst>
              <a:path w="3850017" h="950908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404340" y="323042"/>
            <a:ext cx="5479320" cy="1928512"/>
          </a:xfrm>
          <a:custGeom>
            <a:avLst/>
            <a:gdLst/>
            <a:ahLst/>
            <a:cxnLst/>
            <a:rect l="l" t="t" r="r" b="b"/>
            <a:pathLst>
              <a:path w="5479320" h="1928512">
                <a:moveTo>
                  <a:pt x="0" y="0"/>
                </a:moveTo>
                <a:lnTo>
                  <a:pt x="5479320" y="0"/>
                </a:lnTo>
                <a:lnTo>
                  <a:pt x="5479320" y="1928512"/>
                </a:lnTo>
                <a:lnTo>
                  <a:pt x="0" y="19285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646696" y="2565354"/>
            <a:ext cx="11850104" cy="78483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112"/>
              </a:lnSpc>
            </a:pPr>
            <a:r>
              <a:rPr lang="en-US" sz="2989" spc="164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Team Name : </a:t>
            </a:r>
          </a:p>
          <a:p>
            <a:pPr algn="l">
              <a:lnSpc>
                <a:spcPts val="5112"/>
              </a:lnSpc>
              <a:spcBef>
                <a:spcPct val="0"/>
              </a:spcBef>
            </a:pPr>
            <a:r>
              <a:rPr lang="en-US" sz="2989" spc="164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Team Members / Year / Department :</a:t>
            </a: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  <a:p>
            <a:pPr algn="l">
              <a:lnSpc>
                <a:spcPts val="5112"/>
              </a:lnSpc>
              <a:spcBef>
                <a:spcPct val="0"/>
              </a:spcBef>
            </a:pPr>
            <a:r>
              <a:rPr lang="en-US" sz="2989" spc="164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Problem Statement Number :</a:t>
            </a:r>
          </a:p>
          <a:p>
            <a:pPr algn="l">
              <a:lnSpc>
                <a:spcPts val="5112"/>
              </a:lnSpc>
              <a:spcBef>
                <a:spcPct val="0"/>
              </a:spcBef>
            </a:pPr>
            <a:r>
              <a:rPr lang="en-US" sz="2989" spc="164" dirty="0">
                <a:solidFill>
                  <a:srgbClr val="FFFFFF"/>
                </a:solidFill>
                <a:latin typeface="Nunito"/>
                <a:ea typeface="Nunito"/>
                <a:cs typeface="Nunito"/>
                <a:sym typeface="Nunito"/>
              </a:rPr>
              <a:t>College Name :</a:t>
            </a:r>
          </a:p>
          <a:p>
            <a:pPr algn="l">
              <a:lnSpc>
                <a:spcPts val="5112"/>
              </a:lnSpc>
              <a:spcBef>
                <a:spcPct val="0"/>
              </a:spcBef>
            </a:pPr>
            <a:endParaRPr lang="en-US" sz="2989" spc="164" dirty="0">
              <a:solidFill>
                <a:srgbClr val="FFFFFF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grpSp>
        <p:nvGrpSpPr>
          <p:cNvPr id="9" name="Group 9"/>
          <p:cNvGrpSpPr/>
          <p:nvPr/>
        </p:nvGrpSpPr>
        <p:grpSpPr>
          <a:xfrm>
            <a:off x="423065" y="402611"/>
            <a:ext cx="5306204" cy="1252179"/>
            <a:chOff x="0" y="0"/>
            <a:chExt cx="7074938" cy="1669572"/>
          </a:xfrm>
        </p:grpSpPr>
        <p:sp>
          <p:nvSpPr>
            <p:cNvPr id="10" name="TextBox 10"/>
            <p:cNvSpPr txBox="1"/>
            <p:nvPr/>
          </p:nvSpPr>
          <p:spPr>
            <a:xfrm>
              <a:off x="0" y="-238125"/>
              <a:ext cx="1841576" cy="190769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11519"/>
                </a:lnSpc>
                <a:spcBef>
                  <a:spcPct val="0"/>
                </a:spcBef>
              </a:pPr>
              <a:r>
                <a:rPr lang="en-US" sz="8227">
                  <a:solidFill>
                    <a:srgbClr val="EFEBEB"/>
                  </a:solidFill>
                  <a:latin typeface="Poppins"/>
                  <a:ea typeface="Poppins"/>
                  <a:cs typeface="Poppins"/>
                  <a:sym typeface="Poppins"/>
                </a:rPr>
                <a:t>&lt;&gt;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580373" y="367870"/>
              <a:ext cx="5494565" cy="8862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2663"/>
                </a:lnSpc>
              </a:pPr>
              <a:r>
                <a:rPr lang="en-US" sz="1902">
                  <a:solidFill>
                    <a:srgbClr val="EFEBEB"/>
                  </a:solidFill>
                  <a:latin typeface="Anonymous Pro"/>
                  <a:ea typeface="Anonymous Pro"/>
                  <a:cs typeface="Anonymous Pro"/>
                  <a:sym typeface="Anonymous Pro"/>
                </a:rPr>
                <a:t>Developer Student Community</a:t>
              </a:r>
            </a:p>
            <a:p>
              <a:pPr algn="just">
                <a:lnSpc>
                  <a:spcPts val="2714"/>
                </a:lnSpc>
                <a:spcBef>
                  <a:spcPct val="0"/>
                </a:spcBef>
              </a:pPr>
              <a:r>
                <a:rPr lang="en-US" sz="1938">
                  <a:solidFill>
                    <a:srgbClr val="EFEBEB"/>
                  </a:solidFill>
                  <a:latin typeface="Anonymous Pro"/>
                  <a:ea typeface="Anonymous Pro"/>
                  <a:cs typeface="Anonymous Pro"/>
                  <a:sym typeface="Anonymous Pro"/>
                </a:rPr>
                <a:t>SVCE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23065" y="1926934"/>
            <a:ext cx="17441869" cy="7971820"/>
            <a:chOff x="0" y="0"/>
            <a:chExt cx="4593743" cy="209957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93743" cy="2099574"/>
            </a:xfrm>
            <a:custGeom>
              <a:avLst/>
              <a:gdLst/>
              <a:ahLst/>
              <a:cxnLst/>
              <a:rect l="l" t="t" r="r" b="b"/>
              <a:pathLst>
                <a:path w="4593743" h="2099574">
                  <a:moveTo>
                    <a:pt x="7546" y="0"/>
                  </a:moveTo>
                  <a:lnTo>
                    <a:pt x="4586198" y="0"/>
                  </a:lnTo>
                  <a:cubicBezTo>
                    <a:pt x="4588199" y="0"/>
                    <a:pt x="4590118" y="795"/>
                    <a:pt x="4591533" y="2210"/>
                  </a:cubicBezTo>
                  <a:cubicBezTo>
                    <a:pt x="4592948" y="3625"/>
                    <a:pt x="4593743" y="5545"/>
                    <a:pt x="4593743" y="7546"/>
                  </a:cubicBezTo>
                  <a:lnTo>
                    <a:pt x="4593743" y="2092028"/>
                  </a:lnTo>
                  <a:cubicBezTo>
                    <a:pt x="4593743" y="2096196"/>
                    <a:pt x="4590365" y="2099574"/>
                    <a:pt x="4586198" y="2099574"/>
                  </a:cubicBezTo>
                  <a:lnTo>
                    <a:pt x="7546" y="2099574"/>
                  </a:lnTo>
                  <a:cubicBezTo>
                    <a:pt x="5545" y="2099574"/>
                    <a:pt x="3625" y="2098779"/>
                    <a:pt x="2210" y="2097364"/>
                  </a:cubicBezTo>
                  <a:cubicBezTo>
                    <a:pt x="795" y="2095949"/>
                    <a:pt x="0" y="2094030"/>
                    <a:pt x="0" y="2092028"/>
                  </a:cubicBezTo>
                  <a:lnTo>
                    <a:pt x="0" y="7546"/>
                  </a:lnTo>
                  <a:cubicBezTo>
                    <a:pt x="0" y="5545"/>
                    <a:pt x="795" y="3625"/>
                    <a:pt x="2210" y="2210"/>
                  </a:cubicBezTo>
                  <a:cubicBezTo>
                    <a:pt x="3625" y="795"/>
                    <a:pt x="5545" y="0"/>
                    <a:pt x="7546" y="0"/>
                  </a:cubicBezTo>
                  <a:close/>
                </a:path>
              </a:pathLst>
            </a:custGeom>
            <a:solidFill>
              <a:srgbClr val="7B7B7B">
                <a:alpha val="89804"/>
              </a:srgbClr>
            </a:solidFill>
            <a:ln w="38100" cap="sq">
              <a:solidFill>
                <a:srgbClr val="D1D1D1">
                  <a:alpha val="89804"/>
                </a:srgbClr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287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423065" y="520122"/>
            <a:ext cx="3850017" cy="950908"/>
          </a:xfrm>
          <a:custGeom>
            <a:avLst/>
            <a:gdLst/>
            <a:ahLst/>
            <a:cxnLst/>
            <a:rect l="l" t="t" r="r" b="b"/>
            <a:pathLst>
              <a:path w="3850017" h="950908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974972" y="520122"/>
            <a:ext cx="2889962" cy="1017157"/>
          </a:xfrm>
          <a:custGeom>
            <a:avLst/>
            <a:gdLst/>
            <a:ahLst/>
            <a:cxnLst/>
            <a:rect l="l" t="t" r="r" b="b"/>
            <a:pathLst>
              <a:path w="2889962" h="1017157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5042880" y="520122"/>
            <a:ext cx="8304945" cy="960907"/>
            <a:chOff x="0" y="0"/>
            <a:chExt cx="2187311" cy="25307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187311" cy="253078"/>
            </a:xfrm>
            <a:custGeom>
              <a:avLst/>
              <a:gdLst/>
              <a:ahLst/>
              <a:cxnLst/>
              <a:rect l="l" t="t" r="r" b="b"/>
              <a:pathLst>
                <a:path w="2187311" h="253078">
                  <a:moveTo>
                    <a:pt x="93221" y="0"/>
                  </a:moveTo>
                  <a:lnTo>
                    <a:pt x="2094090" y="0"/>
                  </a:lnTo>
                  <a:cubicBezTo>
                    <a:pt x="2118814" y="0"/>
                    <a:pt x="2142525" y="9821"/>
                    <a:pt x="2160007" y="27304"/>
                  </a:cubicBezTo>
                  <a:cubicBezTo>
                    <a:pt x="2177489" y="44786"/>
                    <a:pt x="2187311" y="68497"/>
                    <a:pt x="2187311" y="93221"/>
                  </a:cubicBezTo>
                  <a:lnTo>
                    <a:pt x="2187311" y="159858"/>
                  </a:lnTo>
                  <a:cubicBezTo>
                    <a:pt x="2187311" y="184582"/>
                    <a:pt x="2177489" y="208293"/>
                    <a:pt x="2160007" y="225775"/>
                  </a:cubicBezTo>
                  <a:cubicBezTo>
                    <a:pt x="2142525" y="243257"/>
                    <a:pt x="2118814" y="253078"/>
                    <a:pt x="2094090" y="253078"/>
                  </a:cubicBezTo>
                  <a:lnTo>
                    <a:pt x="93221" y="253078"/>
                  </a:lnTo>
                  <a:cubicBezTo>
                    <a:pt x="68497" y="253078"/>
                    <a:pt x="44786" y="243257"/>
                    <a:pt x="27304" y="225775"/>
                  </a:cubicBezTo>
                  <a:cubicBezTo>
                    <a:pt x="9821" y="208293"/>
                    <a:pt x="0" y="184582"/>
                    <a:pt x="0" y="159858"/>
                  </a:cubicBezTo>
                  <a:lnTo>
                    <a:pt x="0" y="93221"/>
                  </a:lnTo>
                  <a:cubicBezTo>
                    <a:pt x="0" y="68497"/>
                    <a:pt x="9821" y="44786"/>
                    <a:pt x="27304" y="27304"/>
                  </a:cubicBezTo>
                  <a:cubicBezTo>
                    <a:pt x="44786" y="9821"/>
                    <a:pt x="68497" y="0"/>
                    <a:pt x="93221" y="0"/>
                  </a:cubicBezTo>
                  <a:close/>
                </a:path>
              </a:pathLst>
            </a:custGeom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187311" cy="348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87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5329988" y="623094"/>
            <a:ext cx="7928812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9"/>
              </a:lnSpc>
              <a:spcBef>
                <a:spcPct val="0"/>
              </a:spcBef>
            </a:pPr>
            <a:r>
              <a:rPr lang="en-US" sz="3122" b="1" spc="171" dirty="0">
                <a:solidFill>
                  <a:srgbClr val="FFFFFF"/>
                </a:solidFill>
                <a:latin typeface="Nunito Bold"/>
                <a:ea typeface="Nunito Bold"/>
                <a:cs typeface="Nunito Bold"/>
                <a:sym typeface="Nunito Bold"/>
              </a:rPr>
              <a:t>PROBLEM STATEMENT BREAKDOWN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23065" y="1926934"/>
            <a:ext cx="17441869" cy="7971820"/>
            <a:chOff x="0" y="0"/>
            <a:chExt cx="4593743" cy="209957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93743" cy="2099574"/>
            </a:xfrm>
            <a:custGeom>
              <a:avLst/>
              <a:gdLst/>
              <a:ahLst/>
              <a:cxnLst/>
              <a:rect l="l" t="t" r="r" b="b"/>
              <a:pathLst>
                <a:path w="4593743" h="2099574">
                  <a:moveTo>
                    <a:pt x="7546" y="0"/>
                  </a:moveTo>
                  <a:lnTo>
                    <a:pt x="4586198" y="0"/>
                  </a:lnTo>
                  <a:cubicBezTo>
                    <a:pt x="4588199" y="0"/>
                    <a:pt x="4590118" y="795"/>
                    <a:pt x="4591533" y="2210"/>
                  </a:cubicBezTo>
                  <a:cubicBezTo>
                    <a:pt x="4592948" y="3625"/>
                    <a:pt x="4593743" y="5545"/>
                    <a:pt x="4593743" y="7546"/>
                  </a:cubicBezTo>
                  <a:lnTo>
                    <a:pt x="4593743" y="2092028"/>
                  </a:lnTo>
                  <a:cubicBezTo>
                    <a:pt x="4593743" y="2096196"/>
                    <a:pt x="4590365" y="2099574"/>
                    <a:pt x="4586198" y="2099574"/>
                  </a:cubicBezTo>
                  <a:lnTo>
                    <a:pt x="7546" y="2099574"/>
                  </a:lnTo>
                  <a:cubicBezTo>
                    <a:pt x="5545" y="2099574"/>
                    <a:pt x="3625" y="2098779"/>
                    <a:pt x="2210" y="2097364"/>
                  </a:cubicBezTo>
                  <a:cubicBezTo>
                    <a:pt x="795" y="2095949"/>
                    <a:pt x="0" y="2094030"/>
                    <a:pt x="0" y="2092028"/>
                  </a:cubicBezTo>
                  <a:lnTo>
                    <a:pt x="0" y="7546"/>
                  </a:lnTo>
                  <a:cubicBezTo>
                    <a:pt x="0" y="5545"/>
                    <a:pt x="795" y="3625"/>
                    <a:pt x="2210" y="2210"/>
                  </a:cubicBezTo>
                  <a:cubicBezTo>
                    <a:pt x="3625" y="795"/>
                    <a:pt x="5545" y="0"/>
                    <a:pt x="7546" y="0"/>
                  </a:cubicBezTo>
                  <a:close/>
                </a:path>
              </a:pathLst>
            </a:custGeom>
            <a:solidFill>
              <a:srgbClr val="7B7B7B">
                <a:alpha val="89804"/>
              </a:srgbClr>
            </a:solidFill>
            <a:ln w="38100" cap="sq">
              <a:solidFill>
                <a:srgbClr val="D1D1D1">
                  <a:alpha val="89804"/>
                </a:srgbClr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287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423065" y="520122"/>
            <a:ext cx="3850017" cy="950908"/>
          </a:xfrm>
          <a:custGeom>
            <a:avLst/>
            <a:gdLst/>
            <a:ahLst/>
            <a:cxnLst/>
            <a:rect l="l" t="t" r="r" b="b"/>
            <a:pathLst>
              <a:path w="3850017" h="950908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974972" y="520122"/>
            <a:ext cx="2889962" cy="1017157"/>
          </a:xfrm>
          <a:custGeom>
            <a:avLst/>
            <a:gdLst/>
            <a:ahLst/>
            <a:cxnLst/>
            <a:rect l="l" t="t" r="r" b="b"/>
            <a:pathLst>
              <a:path w="2889962" h="1017157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5440445" y="520122"/>
            <a:ext cx="7559510" cy="960907"/>
            <a:chOff x="0" y="0"/>
            <a:chExt cx="1990982" cy="25307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0982" cy="253078"/>
            </a:xfrm>
            <a:custGeom>
              <a:avLst/>
              <a:gdLst/>
              <a:ahLst/>
              <a:cxnLst/>
              <a:rect l="l" t="t" r="r" b="b"/>
              <a:pathLst>
                <a:path w="1990982" h="253078">
                  <a:moveTo>
                    <a:pt x="102413" y="0"/>
                  </a:moveTo>
                  <a:lnTo>
                    <a:pt x="1888569" y="0"/>
                  </a:lnTo>
                  <a:cubicBezTo>
                    <a:pt x="1945130" y="0"/>
                    <a:pt x="1990982" y="45852"/>
                    <a:pt x="1990982" y="102413"/>
                  </a:cubicBezTo>
                  <a:lnTo>
                    <a:pt x="1990982" y="150666"/>
                  </a:lnTo>
                  <a:cubicBezTo>
                    <a:pt x="1990982" y="177827"/>
                    <a:pt x="1980192" y="203876"/>
                    <a:pt x="1960986" y="223082"/>
                  </a:cubicBezTo>
                  <a:cubicBezTo>
                    <a:pt x="1941780" y="242289"/>
                    <a:pt x="1915731" y="253078"/>
                    <a:pt x="1888569" y="253078"/>
                  </a:cubicBezTo>
                  <a:lnTo>
                    <a:pt x="102413" y="253078"/>
                  </a:lnTo>
                  <a:cubicBezTo>
                    <a:pt x="75251" y="253078"/>
                    <a:pt x="49202" y="242289"/>
                    <a:pt x="29996" y="223082"/>
                  </a:cubicBezTo>
                  <a:cubicBezTo>
                    <a:pt x="10790" y="203876"/>
                    <a:pt x="0" y="177827"/>
                    <a:pt x="0" y="150666"/>
                  </a:cubicBezTo>
                  <a:lnTo>
                    <a:pt x="0" y="102413"/>
                  </a:lnTo>
                  <a:cubicBezTo>
                    <a:pt x="0" y="75251"/>
                    <a:pt x="10790" y="49202"/>
                    <a:pt x="29996" y="29996"/>
                  </a:cubicBezTo>
                  <a:cubicBezTo>
                    <a:pt x="49202" y="10790"/>
                    <a:pt x="75251" y="0"/>
                    <a:pt x="102413" y="0"/>
                  </a:cubicBezTo>
                  <a:close/>
                </a:path>
              </a:pathLst>
            </a:custGeom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1990982" cy="348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87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866572" y="634784"/>
            <a:ext cx="5249228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9"/>
              </a:lnSpc>
              <a:spcBef>
                <a:spcPct val="0"/>
              </a:spcBef>
            </a:pPr>
            <a:r>
              <a:rPr lang="en-US" sz="3122" b="1" spc="171" dirty="0">
                <a:solidFill>
                  <a:srgbClr val="FFFFFF"/>
                </a:solidFill>
                <a:latin typeface="Nunito Bold"/>
                <a:ea typeface="Nunito Bold"/>
                <a:cs typeface="Nunito Bold"/>
                <a:sym typeface="Nunito Bold"/>
              </a:rPr>
              <a:t>PROPOSED SOLUTION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23065" y="1926934"/>
            <a:ext cx="17441869" cy="7971820"/>
            <a:chOff x="0" y="0"/>
            <a:chExt cx="4593743" cy="209957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93743" cy="2099574"/>
            </a:xfrm>
            <a:custGeom>
              <a:avLst/>
              <a:gdLst/>
              <a:ahLst/>
              <a:cxnLst/>
              <a:rect l="l" t="t" r="r" b="b"/>
              <a:pathLst>
                <a:path w="4593743" h="2099574">
                  <a:moveTo>
                    <a:pt x="7546" y="0"/>
                  </a:moveTo>
                  <a:lnTo>
                    <a:pt x="4586198" y="0"/>
                  </a:lnTo>
                  <a:cubicBezTo>
                    <a:pt x="4588199" y="0"/>
                    <a:pt x="4590118" y="795"/>
                    <a:pt x="4591533" y="2210"/>
                  </a:cubicBezTo>
                  <a:cubicBezTo>
                    <a:pt x="4592948" y="3625"/>
                    <a:pt x="4593743" y="5545"/>
                    <a:pt x="4593743" y="7546"/>
                  </a:cubicBezTo>
                  <a:lnTo>
                    <a:pt x="4593743" y="2092028"/>
                  </a:lnTo>
                  <a:cubicBezTo>
                    <a:pt x="4593743" y="2096196"/>
                    <a:pt x="4590365" y="2099574"/>
                    <a:pt x="4586198" y="2099574"/>
                  </a:cubicBezTo>
                  <a:lnTo>
                    <a:pt x="7546" y="2099574"/>
                  </a:lnTo>
                  <a:cubicBezTo>
                    <a:pt x="5545" y="2099574"/>
                    <a:pt x="3625" y="2098779"/>
                    <a:pt x="2210" y="2097364"/>
                  </a:cubicBezTo>
                  <a:cubicBezTo>
                    <a:pt x="795" y="2095949"/>
                    <a:pt x="0" y="2094030"/>
                    <a:pt x="0" y="2092028"/>
                  </a:cubicBezTo>
                  <a:lnTo>
                    <a:pt x="0" y="7546"/>
                  </a:lnTo>
                  <a:cubicBezTo>
                    <a:pt x="0" y="5545"/>
                    <a:pt x="795" y="3625"/>
                    <a:pt x="2210" y="2210"/>
                  </a:cubicBezTo>
                  <a:cubicBezTo>
                    <a:pt x="3625" y="795"/>
                    <a:pt x="5545" y="0"/>
                    <a:pt x="7546" y="0"/>
                  </a:cubicBezTo>
                  <a:close/>
                </a:path>
              </a:pathLst>
            </a:custGeom>
            <a:solidFill>
              <a:srgbClr val="7B7B7B">
                <a:alpha val="89804"/>
              </a:srgbClr>
            </a:solidFill>
            <a:ln w="38100" cap="sq">
              <a:solidFill>
                <a:srgbClr val="D1D1D1">
                  <a:alpha val="89804"/>
                </a:srgbClr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287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423065" y="520122"/>
            <a:ext cx="3850017" cy="950908"/>
          </a:xfrm>
          <a:custGeom>
            <a:avLst/>
            <a:gdLst/>
            <a:ahLst/>
            <a:cxnLst/>
            <a:rect l="l" t="t" r="r" b="b"/>
            <a:pathLst>
              <a:path w="3850017" h="950908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974972" y="520122"/>
            <a:ext cx="2889962" cy="1017157"/>
          </a:xfrm>
          <a:custGeom>
            <a:avLst/>
            <a:gdLst/>
            <a:ahLst/>
            <a:cxnLst/>
            <a:rect l="l" t="t" r="r" b="b"/>
            <a:pathLst>
              <a:path w="2889962" h="1017157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5440445" y="520122"/>
            <a:ext cx="7559510" cy="960907"/>
            <a:chOff x="0" y="0"/>
            <a:chExt cx="1990982" cy="25307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0982" cy="253078"/>
            </a:xfrm>
            <a:custGeom>
              <a:avLst/>
              <a:gdLst/>
              <a:ahLst/>
              <a:cxnLst/>
              <a:rect l="l" t="t" r="r" b="b"/>
              <a:pathLst>
                <a:path w="1990982" h="253078">
                  <a:moveTo>
                    <a:pt x="102413" y="0"/>
                  </a:moveTo>
                  <a:lnTo>
                    <a:pt x="1888569" y="0"/>
                  </a:lnTo>
                  <a:cubicBezTo>
                    <a:pt x="1945130" y="0"/>
                    <a:pt x="1990982" y="45852"/>
                    <a:pt x="1990982" y="102413"/>
                  </a:cubicBezTo>
                  <a:lnTo>
                    <a:pt x="1990982" y="150666"/>
                  </a:lnTo>
                  <a:cubicBezTo>
                    <a:pt x="1990982" y="177827"/>
                    <a:pt x="1980192" y="203876"/>
                    <a:pt x="1960986" y="223082"/>
                  </a:cubicBezTo>
                  <a:cubicBezTo>
                    <a:pt x="1941780" y="242289"/>
                    <a:pt x="1915731" y="253078"/>
                    <a:pt x="1888569" y="253078"/>
                  </a:cubicBezTo>
                  <a:lnTo>
                    <a:pt x="102413" y="253078"/>
                  </a:lnTo>
                  <a:cubicBezTo>
                    <a:pt x="75251" y="253078"/>
                    <a:pt x="49202" y="242289"/>
                    <a:pt x="29996" y="223082"/>
                  </a:cubicBezTo>
                  <a:cubicBezTo>
                    <a:pt x="10790" y="203876"/>
                    <a:pt x="0" y="177827"/>
                    <a:pt x="0" y="150666"/>
                  </a:cubicBezTo>
                  <a:lnTo>
                    <a:pt x="0" y="102413"/>
                  </a:lnTo>
                  <a:cubicBezTo>
                    <a:pt x="0" y="75251"/>
                    <a:pt x="10790" y="49202"/>
                    <a:pt x="29996" y="29996"/>
                  </a:cubicBezTo>
                  <a:cubicBezTo>
                    <a:pt x="49202" y="10790"/>
                    <a:pt x="75251" y="0"/>
                    <a:pt x="102413" y="0"/>
                  </a:cubicBezTo>
                  <a:close/>
                </a:path>
              </a:pathLst>
            </a:custGeom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1990982" cy="348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87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248099" y="634784"/>
            <a:ext cx="5914850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9"/>
              </a:lnSpc>
              <a:spcBef>
                <a:spcPct val="0"/>
              </a:spcBef>
            </a:pPr>
            <a:r>
              <a:rPr lang="en-US" sz="3122" b="1" spc="171" dirty="0">
                <a:solidFill>
                  <a:srgbClr val="FFFFFF"/>
                </a:solidFill>
                <a:latin typeface="Nunito Bold"/>
                <a:ea typeface="Nunito Bold"/>
                <a:cs typeface="Nunito Bold"/>
                <a:sym typeface="Nunito Bold"/>
              </a:rPr>
              <a:t>TECHNICAL ARCHITECTURE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23065" y="1926934"/>
            <a:ext cx="17441869" cy="7971820"/>
            <a:chOff x="0" y="0"/>
            <a:chExt cx="4593743" cy="209957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93743" cy="2099574"/>
            </a:xfrm>
            <a:custGeom>
              <a:avLst/>
              <a:gdLst/>
              <a:ahLst/>
              <a:cxnLst/>
              <a:rect l="l" t="t" r="r" b="b"/>
              <a:pathLst>
                <a:path w="4593743" h="2099574">
                  <a:moveTo>
                    <a:pt x="7546" y="0"/>
                  </a:moveTo>
                  <a:lnTo>
                    <a:pt x="4586198" y="0"/>
                  </a:lnTo>
                  <a:cubicBezTo>
                    <a:pt x="4588199" y="0"/>
                    <a:pt x="4590118" y="795"/>
                    <a:pt x="4591533" y="2210"/>
                  </a:cubicBezTo>
                  <a:cubicBezTo>
                    <a:pt x="4592948" y="3625"/>
                    <a:pt x="4593743" y="5545"/>
                    <a:pt x="4593743" y="7546"/>
                  </a:cubicBezTo>
                  <a:lnTo>
                    <a:pt x="4593743" y="2092028"/>
                  </a:lnTo>
                  <a:cubicBezTo>
                    <a:pt x="4593743" y="2096196"/>
                    <a:pt x="4590365" y="2099574"/>
                    <a:pt x="4586198" y="2099574"/>
                  </a:cubicBezTo>
                  <a:lnTo>
                    <a:pt x="7546" y="2099574"/>
                  </a:lnTo>
                  <a:cubicBezTo>
                    <a:pt x="5545" y="2099574"/>
                    <a:pt x="3625" y="2098779"/>
                    <a:pt x="2210" y="2097364"/>
                  </a:cubicBezTo>
                  <a:cubicBezTo>
                    <a:pt x="795" y="2095949"/>
                    <a:pt x="0" y="2094030"/>
                    <a:pt x="0" y="2092028"/>
                  </a:cubicBezTo>
                  <a:lnTo>
                    <a:pt x="0" y="7546"/>
                  </a:lnTo>
                  <a:cubicBezTo>
                    <a:pt x="0" y="5545"/>
                    <a:pt x="795" y="3625"/>
                    <a:pt x="2210" y="2210"/>
                  </a:cubicBezTo>
                  <a:cubicBezTo>
                    <a:pt x="3625" y="795"/>
                    <a:pt x="5545" y="0"/>
                    <a:pt x="7546" y="0"/>
                  </a:cubicBezTo>
                  <a:close/>
                </a:path>
              </a:pathLst>
            </a:custGeom>
            <a:solidFill>
              <a:srgbClr val="7B7B7B">
                <a:alpha val="89804"/>
              </a:srgbClr>
            </a:solidFill>
            <a:ln w="38100" cap="sq">
              <a:solidFill>
                <a:srgbClr val="D1D1D1">
                  <a:alpha val="89804"/>
                </a:srgbClr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287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423065" y="520122"/>
            <a:ext cx="3850017" cy="950908"/>
          </a:xfrm>
          <a:custGeom>
            <a:avLst/>
            <a:gdLst/>
            <a:ahLst/>
            <a:cxnLst/>
            <a:rect l="l" t="t" r="r" b="b"/>
            <a:pathLst>
              <a:path w="3850017" h="950908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974972" y="520122"/>
            <a:ext cx="2889962" cy="1017157"/>
          </a:xfrm>
          <a:custGeom>
            <a:avLst/>
            <a:gdLst/>
            <a:ahLst/>
            <a:cxnLst/>
            <a:rect l="l" t="t" r="r" b="b"/>
            <a:pathLst>
              <a:path w="2889962" h="1017157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5440445" y="520122"/>
            <a:ext cx="7559510" cy="960907"/>
            <a:chOff x="0" y="0"/>
            <a:chExt cx="1990982" cy="25307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0982" cy="253078"/>
            </a:xfrm>
            <a:custGeom>
              <a:avLst/>
              <a:gdLst/>
              <a:ahLst/>
              <a:cxnLst/>
              <a:rect l="l" t="t" r="r" b="b"/>
              <a:pathLst>
                <a:path w="1990982" h="253078">
                  <a:moveTo>
                    <a:pt x="102413" y="0"/>
                  </a:moveTo>
                  <a:lnTo>
                    <a:pt x="1888569" y="0"/>
                  </a:lnTo>
                  <a:cubicBezTo>
                    <a:pt x="1945130" y="0"/>
                    <a:pt x="1990982" y="45852"/>
                    <a:pt x="1990982" y="102413"/>
                  </a:cubicBezTo>
                  <a:lnTo>
                    <a:pt x="1990982" y="150666"/>
                  </a:lnTo>
                  <a:cubicBezTo>
                    <a:pt x="1990982" y="177827"/>
                    <a:pt x="1980192" y="203876"/>
                    <a:pt x="1960986" y="223082"/>
                  </a:cubicBezTo>
                  <a:cubicBezTo>
                    <a:pt x="1941780" y="242289"/>
                    <a:pt x="1915731" y="253078"/>
                    <a:pt x="1888569" y="253078"/>
                  </a:cubicBezTo>
                  <a:lnTo>
                    <a:pt x="102413" y="253078"/>
                  </a:lnTo>
                  <a:cubicBezTo>
                    <a:pt x="75251" y="253078"/>
                    <a:pt x="49202" y="242289"/>
                    <a:pt x="29996" y="223082"/>
                  </a:cubicBezTo>
                  <a:cubicBezTo>
                    <a:pt x="10790" y="203876"/>
                    <a:pt x="0" y="177827"/>
                    <a:pt x="0" y="150666"/>
                  </a:cubicBezTo>
                  <a:lnTo>
                    <a:pt x="0" y="102413"/>
                  </a:lnTo>
                  <a:cubicBezTo>
                    <a:pt x="0" y="75251"/>
                    <a:pt x="10790" y="49202"/>
                    <a:pt x="29996" y="29996"/>
                  </a:cubicBezTo>
                  <a:cubicBezTo>
                    <a:pt x="49202" y="10790"/>
                    <a:pt x="75251" y="0"/>
                    <a:pt x="102413" y="0"/>
                  </a:cubicBezTo>
                  <a:close/>
                </a:path>
              </a:pathLst>
            </a:custGeom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1990982" cy="348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87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096000" y="634784"/>
            <a:ext cx="5893832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9"/>
              </a:lnSpc>
              <a:spcBef>
                <a:spcPct val="0"/>
              </a:spcBef>
            </a:pPr>
            <a:r>
              <a:rPr lang="en-US" sz="3122" b="1" spc="171" dirty="0">
                <a:solidFill>
                  <a:srgbClr val="FFFFFF"/>
                </a:solidFill>
                <a:latin typeface="Nunito Bold"/>
                <a:ea typeface="Nunito Bold"/>
                <a:cs typeface="Nunito Bold"/>
                <a:sym typeface="Nunito Bold"/>
              </a:rPr>
              <a:t>DEVELOPMENT LIFECYCLE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10929" b="-10929"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423065" y="1926934"/>
            <a:ext cx="17441869" cy="7971820"/>
            <a:chOff x="0" y="0"/>
            <a:chExt cx="4593743" cy="209957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4593743" cy="2099574"/>
            </a:xfrm>
            <a:custGeom>
              <a:avLst/>
              <a:gdLst/>
              <a:ahLst/>
              <a:cxnLst/>
              <a:rect l="l" t="t" r="r" b="b"/>
              <a:pathLst>
                <a:path w="4593743" h="2099574">
                  <a:moveTo>
                    <a:pt x="7546" y="0"/>
                  </a:moveTo>
                  <a:lnTo>
                    <a:pt x="4586198" y="0"/>
                  </a:lnTo>
                  <a:cubicBezTo>
                    <a:pt x="4588199" y="0"/>
                    <a:pt x="4590118" y="795"/>
                    <a:pt x="4591533" y="2210"/>
                  </a:cubicBezTo>
                  <a:cubicBezTo>
                    <a:pt x="4592948" y="3625"/>
                    <a:pt x="4593743" y="5545"/>
                    <a:pt x="4593743" y="7546"/>
                  </a:cubicBezTo>
                  <a:lnTo>
                    <a:pt x="4593743" y="2092028"/>
                  </a:lnTo>
                  <a:cubicBezTo>
                    <a:pt x="4593743" y="2096196"/>
                    <a:pt x="4590365" y="2099574"/>
                    <a:pt x="4586198" y="2099574"/>
                  </a:cubicBezTo>
                  <a:lnTo>
                    <a:pt x="7546" y="2099574"/>
                  </a:lnTo>
                  <a:cubicBezTo>
                    <a:pt x="5545" y="2099574"/>
                    <a:pt x="3625" y="2098779"/>
                    <a:pt x="2210" y="2097364"/>
                  </a:cubicBezTo>
                  <a:cubicBezTo>
                    <a:pt x="795" y="2095949"/>
                    <a:pt x="0" y="2094030"/>
                    <a:pt x="0" y="2092028"/>
                  </a:cubicBezTo>
                  <a:lnTo>
                    <a:pt x="0" y="7546"/>
                  </a:lnTo>
                  <a:cubicBezTo>
                    <a:pt x="0" y="5545"/>
                    <a:pt x="795" y="3625"/>
                    <a:pt x="2210" y="2210"/>
                  </a:cubicBezTo>
                  <a:cubicBezTo>
                    <a:pt x="3625" y="795"/>
                    <a:pt x="5545" y="0"/>
                    <a:pt x="7546" y="0"/>
                  </a:cubicBezTo>
                  <a:close/>
                </a:path>
              </a:pathLst>
            </a:custGeom>
            <a:solidFill>
              <a:srgbClr val="7B7B7B">
                <a:alpha val="89804"/>
              </a:srgbClr>
            </a:solidFill>
            <a:ln w="38100" cap="sq">
              <a:solidFill>
                <a:srgbClr val="D1D1D1">
                  <a:alpha val="89804"/>
                </a:srgbClr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4593743" cy="219482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just">
                <a:lnSpc>
                  <a:spcPts val="3287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423065" y="520122"/>
            <a:ext cx="3850017" cy="950908"/>
          </a:xfrm>
          <a:custGeom>
            <a:avLst/>
            <a:gdLst/>
            <a:ahLst/>
            <a:cxnLst/>
            <a:rect l="l" t="t" r="r" b="b"/>
            <a:pathLst>
              <a:path w="3850017" h="950908">
                <a:moveTo>
                  <a:pt x="0" y="0"/>
                </a:moveTo>
                <a:lnTo>
                  <a:pt x="3850018" y="0"/>
                </a:lnTo>
                <a:lnTo>
                  <a:pt x="3850018" y="950908"/>
                </a:lnTo>
                <a:lnTo>
                  <a:pt x="0" y="9509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4974972" y="520122"/>
            <a:ext cx="2889962" cy="1017157"/>
          </a:xfrm>
          <a:custGeom>
            <a:avLst/>
            <a:gdLst/>
            <a:ahLst/>
            <a:cxnLst/>
            <a:rect l="l" t="t" r="r" b="b"/>
            <a:pathLst>
              <a:path w="2889962" h="1017157">
                <a:moveTo>
                  <a:pt x="0" y="0"/>
                </a:moveTo>
                <a:lnTo>
                  <a:pt x="2889963" y="0"/>
                </a:lnTo>
                <a:lnTo>
                  <a:pt x="2889963" y="1017156"/>
                </a:lnTo>
                <a:lnTo>
                  <a:pt x="0" y="101715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5440445" y="520122"/>
            <a:ext cx="7559510" cy="960907"/>
            <a:chOff x="0" y="0"/>
            <a:chExt cx="1990982" cy="253079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90982" cy="253078"/>
            </a:xfrm>
            <a:custGeom>
              <a:avLst/>
              <a:gdLst/>
              <a:ahLst/>
              <a:cxnLst/>
              <a:rect l="l" t="t" r="r" b="b"/>
              <a:pathLst>
                <a:path w="1990982" h="253078">
                  <a:moveTo>
                    <a:pt x="102413" y="0"/>
                  </a:moveTo>
                  <a:lnTo>
                    <a:pt x="1888569" y="0"/>
                  </a:lnTo>
                  <a:cubicBezTo>
                    <a:pt x="1945130" y="0"/>
                    <a:pt x="1990982" y="45852"/>
                    <a:pt x="1990982" y="102413"/>
                  </a:cubicBezTo>
                  <a:lnTo>
                    <a:pt x="1990982" y="150666"/>
                  </a:lnTo>
                  <a:cubicBezTo>
                    <a:pt x="1990982" y="177827"/>
                    <a:pt x="1980192" y="203876"/>
                    <a:pt x="1960986" y="223082"/>
                  </a:cubicBezTo>
                  <a:cubicBezTo>
                    <a:pt x="1941780" y="242289"/>
                    <a:pt x="1915731" y="253078"/>
                    <a:pt x="1888569" y="253078"/>
                  </a:cubicBezTo>
                  <a:lnTo>
                    <a:pt x="102413" y="253078"/>
                  </a:lnTo>
                  <a:cubicBezTo>
                    <a:pt x="75251" y="253078"/>
                    <a:pt x="49202" y="242289"/>
                    <a:pt x="29996" y="223082"/>
                  </a:cubicBezTo>
                  <a:cubicBezTo>
                    <a:pt x="10790" y="203876"/>
                    <a:pt x="0" y="177827"/>
                    <a:pt x="0" y="150666"/>
                  </a:cubicBezTo>
                  <a:lnTo>
                    <a:pt x="0" y="102413"/>
                  </a:lnTo>
                  <a:cubicBezTo>
                    <a:pt x="0" y="75251"/>
                    <a:pt x="10790" y="49202"/>
                    <a:pt x="29996" y="29996"/>
                  </a:cubicBezTo>
                  <a:cubicBezTo>
                    <a:pt x="49202" y="10790"/>
                    <a:pt x="75251" y="0"/>
                    <a:pt x="102413" y="0"/>
                  </a:cubicBezTo>
                  <a:close/>
                </a:path>
              </a:pathLst>
            </a:custGeom>
            <a:ln w="38100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1990982" cy="3483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87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6324600" y="634784"/>
            <a:ext cx="5285125" cy="6796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339"/>
              </a:lnSpc>
              <a:spcBef>
                <a:spcPct val="0"/>
              </a:spcBef>
            </a:pPr>
            <a:r>
              <a:rPr lang="en-US" sz="3122" b="1" spc="171" dirty="0">
                <a:solidFill>
                  <a:srgbClr val="FFFFFF"/>
                </a:solidFill>
                <a:latin typeface="Nunito Bold"/>
                <a:ea typeface="Nunito Bold"/>
                <a:cs typeface="Nunito Bold"/>
                <a:sym typeface="Nunito Bold"/>
              </a:rPr>
              <a:t>FEASIBILITY ANALYSIS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</Words>
  <Application>Microsoft Office PowerPoint</Application>
  <PresentationFormat>Custom</PresentationFormat>
  <Paragraphs>19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Nunito Bold</vt:lpstr>
      <vt:lpstr>Arial</vt:lpstr>
      <vt:lpstr>Poppins</vt:lpstr>
      <vt:lpstr>Nunito</vt:lpstr>
      <vt:lpstr>Calibri</vt:lpstr>
      <vt:lpstr>Anonymous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Copy of PPT Template_1</dc:title>
  <cp:lastModifiedBy>Microsoft account</cp:lastModifiedBy>
  <cp:revision>2</cp:revision>
  <dcterms:created xsi:type="dcterms:W3CDTF">2006-08-16T00:00:00Z</dcterms:created>
  <dcterms:modified xsi:type="dcterms:W3CDTF">2026-02-20T03:28:24Z</dcterms:modified>
  <dc:identifier>DAG7sppUIKQ</dc:identifier>
</cp:coreProperties>
</file>