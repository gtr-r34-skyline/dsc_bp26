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Nunito" charset="1" panose="00000000000000000000"/>
      <p:regular r:id="rId12"/>
    </p:embeddedFont>
    <p:embeddedFont>
      <p:font typeface="Nunito Bold" charset="1" panose="00000000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2799" y="553246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7" y="0"/>
                </a:lnTo>
                <a:lnTo>
                  <a:pt x="3850017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044292" y="252250"/>
            <a:ext cx="6199416" cy="2181958"/>
          </a:xfrm>
          <a:custGeom>
            <a:avLst/>
            <a:gdLst/>
            <a:ahLst/>
            <a:cxnLst/>
            <a:rect r="r" b="b" t="t" l="l"/>
            <a:pathLst>
              <a:path h="2181958" w="6199416">
                <a:moveTo>
                  <a:pt x="0" y="0"/>
                </a:moveTo>
                <a:lnTo>
                  <a:pt x="6199416" y="0"/>
                </a:lnTo>
                <a:lnTo>
                  <a:pt x="6199416" y="2181959"/>
                </a:lnTo>
                <a:lnTo>
                  <a:pt x="0" y="2181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848072" y="-888877"/>
            <a:ext cx="3665706" cy="3665706"/>
          </a:xfrm>
          <a:custGeom>
            <a:avLst/>
            <a:gdLst/>
            <a:ahLst/>
            <a:cxnLst/>
            <a:rect r="r" b="b" t="t" l="l"/>
            <a:pathLst>
              <a:path h="3665706" w="3665706">
                <a:moveTo>
                  <a:pt x="0" y="0"/>
                </a:moveTo>
                <a:lnTo>
                  <a:pt x="3665706" y="0"/>
                </a:lnTo>
                <a:lnTo>
                  <a:pt x="3665706" y="3665706"/>
                </a:lnTo>
                <a:lnTo>
                  <a:pt x="0" y="36657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426283" y="2589821"/>
            <a:ext cx="15435433" cy="7308934"/>
            <a:chOff x="0" y="0"/>
            <a:chExt cx="4065299" cy="19249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065299" cy="1924987"/>
            </a:xfrm>
            <a:custGeom>
              <a:avLst/>
              <a:gdLst/>
              <a:ahLst/>
              <a:cxnLst/>
              <a:rect r="r" b="b" t="t" l="l"/>
              <a:pathLst>
                <a:path h="1924987" w="4065299">
                  <a:moveTo>
                    <a:pt x="8527" y="0"/>
                  </a:moveTo>
                  <a:lnTo>
                    <a:pt x="4056773" y="0"/>
                  </a:lnTo>
                  <a:cubicBezTo>
                    <a:pt x="4061482" y="0"/>
                    <a:pt x="4065299" y="3818"/>
                    <a:pt x="4065299" y="8527"/>
                  </a:cubicBezTo>
                  <a:lnTo>
                    <a:pt x="4065299" y="1916460"/>
                  </a:lnTo>
                  <a:cubicBezTo>
                    <a:pt x="4065299" y="1921169"/>
                    <a:pt x="4061482" y="1924987"/>
                    <a:pt x="4056773" y="1924987"/>
                  </a:cubicBezTo>
                  <a:lnTo>
                    <a:pt x="8527" y="1924987"/>
                  </a:lnTo>
                  <a:cubicBezTo>
                    <a:pt x="3818" y="1924987"/>
                    <a:pt x="0" y="1921169"/>
                    <a:pt x="0" y="1916460"/>
                  </a:cubicBezTo>
                  <a:lnTo>
                    <a:pt x="0" y="8527"/>
                  </a:lnTo>
                  <a:cubicBezTo>
                    <a:pt x="0" y="3818"/>
                    <a:pt x="3818" y="0"/>
                    <a:pt x="8527" y="0"/>
                  </a:cubicBezTo>
                  <a:close/>
                </a:path>
              </a:pathLst>
            </a:custGeom>
            <a:solidFill>
              <a:srgbClr val="E7E5E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0"/>
              <a:ext cx="4065299" cy="20202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759658" y="2643479"/>
            <a:ext cx="6914545" cy="7653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12"/>
              </a:lnSpc>
            </a:pP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Team Name :</a:t>
            </a: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Team Members / </a:t>
            </a: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Year / Department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Problem Statement Number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College Name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3065" y="520122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74972" y="520122"/>
            <a:ext cx="2889962" cy="1017157"/>
          </a:xfrm>
          <a:custGeom>
            <a:avLst/>
            <a:gdLst/>
            <a:ahLst/>
            <a:cxnLst/>
            <a:rect r="r" b="b" t="t" l="l"/>
            <a:pathLst>
              <a:path h="1017157" w="2889962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23065" y="1926934"/>
            <a:ext cx="17441869" cy="7971820"/>
            <a:chOff x="0" y="0"/>
            <a:chExt cx="4593743" cy="20995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93743" cy="2099574"/>
            </a:xfrm>
            <a:custGeom>
              <a:avLst/>
              <a:gdLst/>
              <a:ahLst/>
              <a:cxnLst/>
              <a:rect r="r" b="b" t="t" l="l"/>
              <a:pathLst>
                <a:path h="2099574" w="4593743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E7E5E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440445" y="520122"/>
            <a:ext cx="7559510" cy="960907"/>
            <a:chOff x="0" y="0"/>
            <a:chExt cx="1990982" cy="2530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0982" cy="253078"/>
            </a:xfrm>
            <a:custGeom>
              <a:avLst/>
              <a:gdLst/>
              <a:ahLst/>
              <a:cxnLst/>
              <a:rect r="r" b="b" t="t" l="l"/>
              <a:pathLst>
                <a:path h="253078" w="1990982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5726192" y="644309"/>
            <a:ext cx="6988016" cy="569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26"/>
              </a:lnSpc>
              <a:spcBef>
                <a:spcPct val="0"/>
              </a:spcBef>
            </a:pPr>
            <a:r>
              <a:rPr lang="en-US" b="true" sz="2822" spc="155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PROBLEM STATEMENT BREAKDOWN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3065" y="520122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74972" y="520122"/>
            <a:ext cx="2889962" cy="1017157"/>
          </a:xfrm>
          <a:custGeom>
            <a:avLst/>
            <a:gdLst/>
            <a:ahLst/>
            <a:cxnLst/>
            <a:rect r="r" b="b" t="t" l="l"/>
            <a:pathLst>
              <a:path h="1017157" w="2889962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23065" y="1926934"/>
            <a:ext cx="17441869" cy="7971820"/>
            <a:chOff x="0" y="0"/>
            <a:chExt cx="4593743" cy="20995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93743" cy="2099574"/>
            </a:xfrm>
            <a:custGeom>
              <a:avLst/>
              <a:gdLst/>
              <a:ahLst/>
              <a:cxnLst/>
              <a:rect r="r" b="b" t="t" l="l"/>
              <a:pathLst>
                <a:path h="2099574" w="4593743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E7E5E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440445" y="520122"/>
            <a:ext cx="7559510" cy="960907"/>
            <a:chOff x="0" y="0"/>
            <a:chExt cx="1990982" cy="2530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0982" cy="253078"/>
            </a:xfrm>
            <a:custGeom>
              <a:avLst/>
              <a:gdLst/>
              <a:ahLst/>
              <a:cxnLst/>
              <a:rect r="r" b="b" t="t" l="l"/>
              <a:pathLst>
                <a:path h="253078" w="1990982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66572" y="634784"/>
            <a:ext cx="4707255" cy="620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b="true" sz="3122" spc="17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PROPOSED SOLUTION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3065" y="520122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74972" y="520122"/>
            <a:ext cx="2889962" cy="1017157"/>
          </a:xfrm>
          <a:custGeom>
            <a:avLst/>
            <a:gdLst/>
            <a:ahLst/>
            <a:cxnLst/>
            <a:rect r="r" b="b" t="t" l="l"/>
            <a:pathLst>
              <a:path h="1017157" w="2889962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440445" y="520122"/>
            <a:ext cx="7559510" cy="960907"/>
            <a:chOff x="0" y="0"/>
            <a:chExt cx="1990982" cy="25307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90982" cy="253078"/>
            </a:xfrm>
            <a:custGeom>
              <a:avLst/>
              <a:gdLst/>
              <a:ahLst/>
              <a:cxnLst/>
              <a:rect r="r" b="b" t="t" l="l"/>
              <a:pathLst>
                <a:path h="253078" w="1990982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277451" y="634784"/>
            <a:ext cx="5885498" cy="620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b="true" sz="3122" spc="17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TECHNICAL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3065" y="520122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74972" y="520122"/>
            <a:ext cx="2889962" cy="1017157"/>
          </a:xfrm>
          <a:custGeom>
            <a:avLst/>
            <a:gdLst/>
            <a:ahLst/>
            <a:cxnLst/>
            <a:rect r="r" b="b" t="t" l="l"/>
            <a:pathLst>
              <a:path h="1017157" w="2889962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23065" y="1926934"/>
            <a:ext cx="17441869" cy="7971820"/>
            <a:chOff x="0" y="0"/>
            <a:chExt cx="4593743" cy="20995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93743" cy="2099574"/>
            </a:xfrm>
            <a:custGeom>
              <a:avLst/>
              <a:gdLst/>
              <a:ahLst/>
              <a:cxnLst/>
              <a:rect r="r" b="b" t="t" l="l"/>
              <a:pathLst>
                <a:path h="2099574" w="4593743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E7E5E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440445" y="520122"/>
            <a:ext cx="7559510" cy="960907"/>
            <a:chOff x="0" y="0"/>
            <a:chExt cx="1990982" cy="2530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0982" cy="253078"/>
            </a:xfrm>
            <a:custGeom>
              <a:avLst/>
              <a:gdLst/>
              <a:ahLst/>
              <a:cxnLst/>
              <a:rect r="r" b="b" t="t" l="l"/>
              <a:pathLst>
                <a:path h="253078" w="1990982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450568" y="634784"/>
            <a:ext cx="5539264" cy="620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b="true" sz="3122" spc="17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DEVELOPMENT LIFECYCLE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1D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3065" y="520122"/>
            <a:ext cx="3850017" cy="950908"/>
          </a:xfrm>
          <a:custGeom>
            <a:avLst/>
            <a:gdLst/>
            <a:ahLst/>
            <a:cxnLst/>
            <a:rect r="r" b="b" t="t" l="l"/>
            <a:pathLst>
              <a:path h="950908" w="3850017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74972" y="520122"/>
            <a:ext cx="2889962" cy="1017157"/>
          </a:xfrm>
          <a:custGeom>
            <a:avLst/>
            <a:gdLst/>
            <a:ahLst/>
            <a:cxnLst/>
            <a:rect r="r" b="b" t="t" l="l"/>
            <a:pathLst>
              <a:path h="1017157" w="2889962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23065" y="1926934"/>
            <a:ext cx="17441869" cy="7971820"/>
            <a:chOff x="0" y="0"/>
            <a:chExt cx="4593743" cy="20995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93743" cy="2099574"/>
            </a:xfrm>
            <a:custGeom>
              <a:avLst/>
              <a:gdLst/>
              <a:ahLst/>
              <a:cxnLst/>
              <a:rect r="r" b="b" t="t" l="l"/>
              <a:pathLst>
                <a:path h="2099574" w="4593743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E7E5E5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440445" y="520122"/>
            <a:ext cx="7559510" cy="960907"/>
            <a:chOff x="0" y="0"/>
            <a:chExt cx="1990982" cy="2530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90982" cy="253078"/>
            </a:xfrm>
            <a:custGeom>
              <a:avLst/>
              <a:gdLst/>
              <a:ahLst/>
              <a:cxnLst/>
              <a:rect r="r" b="b" t="t" l="l"/>
              <a:pathLst>
                <a:path h="253078" w="1990982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6830675" y="634784"/>
            <a:ext cx="4779050" cy="620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b="true" sz="3122" spc="17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FEASIBILITY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DAG7sppUIKQ</dc:identifier>
  <dcterms:modified xsi:type="dcterms:W3CDTF">2011-08-01T06:04:30Z</dcterms:modified>
  <cp:revision>1</cp:revision>
  <dc:title>Copy of PPT Template_1</dc:title>
</cp:coreProperties>
</file>