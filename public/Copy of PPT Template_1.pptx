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6858000" cy="9144000"/>
  <p:embeddedFontLst>
    <p:embeddedFont>
      <p:font typeface="Nunito Bold" panose="020B0604020202020204" charset="0"/>
      <p:regular r:id="rId8"/>
    </p:embeddedFont>
    <p:embeddedFont>
      <p:font typeface="Calibri" panose="020F0502020204030204" pitchFamily="34" charset="0"/>
      <p:regular r:id="rId9"/>
      <p:bold r:id="rId10"/>
      <p:italic r:id="rId11"/>
      <p:boldItalic r:id="rId12"/>
    </p:embeddedFont>
    <p:embeddedFont>
      <p:font typeface="Nunito" panose="020B0604020202020204" charset="0"/>
      <p:regular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9" d="100"/>
          <a:sy n="49" d="100"/>
        </p:scale>
        <p:origin x="380" y="5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5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383650" y="-2941320"/>
            <a:ext cx="8824700" cy="8824700"/>
          </a:xfrm>
          <a:custGeom>
            <a:avLst/>
            <a:gdLst/>
            <a:ahLst/>
            <a:cxnLst/>
            <a:rect l="l" t="t" r="r" b="b"/>
            <a:pathLst>
              <a:path w="8824700" h="8824700">
                <a:moveTo>
                  <a:pt x="0" y="0"/>
                </a:moveTo>
                <a:lnTo>
                  <a:pt x="8824700" y="0"/>
                </a:lnTo>
                <a:lnTo>
                  <a:pt x="8824700" y="8824699"/>
                </a:lnTo>
                <a:lnTo>
                  <a:pt x="0" y="88246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888339" y="2758109"/>
            <a:ext cx="10156534" cy="10156534"/>
          </a:xfrm>
          <a:custGeom>
            <a:avLst/>
            <a:gdLst/>
            <a:ahLst/>
            <a:cxnLst/>
            <a:rect l="l" t="t" r="r" b="b"/>
            <a:pathLst>
              <a:path w="10156534" h="10156534">
                <a:moveTo>
                  <a:pt x="0" y="0"/>
                </a:moveTo>
                <a:lnTo>
                  <a:pt x="10156534" y="0"/>
                </a:lnTo>
                <a:lnTo>
                  <a:pt x="10156534" y="10156534"/>
                </a:lnTo>
                <a:lnTo>
                  <a:pt x="0" y="101565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4685065" y="-4472609"/>
            <a:ext cx="8229600" cy="8229600"/>
          </a:xfrm>
          <a:custGeom>
            <a:avLst/>
            <a:gdLst/>
            <a:ahLst/>
            <a:cxnLst/>
            <a:rect l="l" t="t" r="r" b="b"/>
            <a:pathLst>
              <a:path w="8229600" h="8229600">
                <a:moveTo>
                  <a:pt x="0" y="0"/>
                </a:moveTo>
                <a:lnTo>
                  <a:pt x="8229600" y="0"/>
                </a:lnTo>
                <a:lnTo>
                  <a:pt x="82296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3956517" y="6907696"/>
            <a:ext cx="8229600" cy="8229600"/>
          </a:xfrm>
          <a:custGeom>
            <a:avLst/>
            <a:gdLst/>
            <a:ahLst/>
            <a:cxnLst/>
            <a:rect l="l" t="t" r="r" b="b"/>
            <a:pathLst>
              <a:path w="8229600" h="8229600">
                <a:moveTo>
                  <a:pt x="0" y="0"/>
                </a:moveTo>
                <a:lnTo>
                  <a:pt x="8229600" y="0"/>
                </a:lnTo>
                <a:lnTo>
                  <a:pt x="82296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423065" y="520122"/>
            <a:ext cx="3850017" cy="950908"/>
          </a:xfrm>
          <a:custGeom>
            <a:avLst/>
            <a:gdLst/>
            <a:ahLst/>
            <a:cxnLst/>
            <a:rect l="l" t="t" r="r" b="b"/>
            <a:pathLst>
              <a:path w="3850017" h="950908">
                <a:moveTo>
                  <a:pt x="0" y="0"/>
                </a:moveTo>
                <a:lnTo>
                  <a:pt x="3850018" y="0"/>
                </a:lnTo>
                <a:lnTo>
                  <a:pt x="3850018" y="950908"/>
                </a:lnTo>
                <a:lnTo>
                  <a:pt x="0" y="9509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6449961" y="202204"/>
            <a:ext cx="5905938" cy="2078665"/>
          </a:xfrm>
          <a:custGeom>
            <a:avLst/>
            <a:gdLst/>
            <a:ahLst/>
            <a:cxnLst/>
            <a:rect l="l" t="t" r="r" b="b"/>
            <a:pathLst>
              <a:path w="5905938" h="2078665">
                <a:moveTo>
                  <a:pt x="0" y="0"/>
                </a:moveTo>
                <a:lnTo>
                  <a:pt x="5905938" y="0"/>
                </a:lnTo>
                <a:lnTo>
                  <a:pt x="5905938" y="2078665"/>
                </a:lnTo>
                <a:lnTo>
                  <a:pt x="0" y="20786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722728" y="2468089"/>
            <a:ext cx="9340329" cy="78483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112"/>
              </a:lnSpc>
            </a:pPr>
            <a:r>
              <a:rPr lang="en-US" sz="2989" spc="164" dirty="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Team Name : </a:t>
            </a:r>
          </a:p>
          <a:p>
            <a:pPr algn="l">
              <a:lnSpc>
                <a:spcPts val="5112"/>
              </a:lnSpc>
              <a:spcBef>
                <a:spcPct val="0"/>
              </a:spcBef>
            </a:pPr>
            <a:r>
              <a:rPr lang="en-US" sz="2989" spc="164" dirty="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Team Members / Year / Department :</a:t>
            </a:r>
          </a:p>
          <a:p>
            <a:pPr algn="l">
              <a:lnSpc>
                <a:spcPts val="5112"/>
              </a:lnSpc>
              <a:spcBef>
                <a:spcPct val="0"/>
              </a:spcBef>
            </a:pPr>
            <a:endParaRPr lang="en-US" sz="2989" spc="164" dirty="0">
              <a:solidFill>
                <a:srgbClr val="FFFFFF"/>
              </a:solidFill>
              <a:latin typeface="Nunito"/>
              <a:ea typeface="Nunito"/>
              <a:cs typeface="Nunito"/>
              <a:sym typeface="Nunito"/>
            </a:endParaRPr>
          </a:p>
          <a:p>
            <a:pPr algn="l">
              <a:lnSpc>
                <a:spcPts val="5112"/>
              </a:lnSpc>
              <a:spcBef>
                <a:spcPct val="0"/>
              </a:spcBef>
            </a:pPr>
            <a:endParaRPr lang="en-US" sz="2989" spc="164" dirty="0">
              <a:solidFill>
                <a:srgbClr val="FFFFFF"/>
              </a:solidFill>
              <a:latin typeface="Nunito"/>
              <a:ea typeface="Nunito"/>
              <a:cs typeface="Nunito"/>
              <a:sym typeface="Nunito"/>
            </a:endParaRPr>
          </a:p>
          <a:p>
            <a:pPr algn="l">
              <a:lnSpc>
                <a:spcPts val="5112"/>
              </a:lnSpc>
              <a:spcBef>
                <a:spcPct val="0"/>
              </a:spcBef>
            </a:pPr>
            <a:endParaRPr lang="en-US" sz="2989" spc="164" dirty="0">
              <a:solidFill>
                <a:srgbClr val="FFFFFF"/>
              </a:solidFill>
              <a:latin typeface="Nunito"/>
              <a:ea typeface="Nunito"/>
              <a:cs typeface="Nunito"/>
              <a:sym typeface="Nunito"/>
            </a:endParaRPr>
          </a:p>
          <a:p>
            <a:pPr algn="l">
              <a:lnSpc>
                <a:spcPts val="5112"/>
              </a:lnSpc>
              <a:spcBef>
                <a:spcPct val="0"/>
              </a:spcBef>
            </a:pPr>
            <a:endParaRPr lang="en-US" sz="2989" spc="164" dirty="0">
              <a:solidFill>
                <a:srgbClr val="FFFFFF"/>
              </a:solidFill>
              <a:latin typeface="Nunito"/>
              <a:ea typeface="Nunito"/>
              <a:cs typeface="Nunito"/>
              <a:sym typeface="Nunito"/>
            </a:endParaRPr>
          </a:p>
          <a:p>
            <a:pPr algn="l">
              <a:lnSpc>
                <a:spcPts val="5112"/>
              </a:lnSpc>
              <a:spcBef>
                <a:spcPct val="0"/>
              </a:spcBef>
            </a:pPr>
            <a:endParaRPr lang="en-US" sz="2989" spc="164" dirty="0">
              <a:solidFill>
                <a:srgbClr val="FFFFFF"/>
              </a:solidFill>
              <a:latin typeface="Nunito"/>
              <a:ea typeface="Nunito"/>
              <a:cs typeface="Nunito"/>
              <a:sym typeface="Nunito"/>
            </a:endParaRPr>
          </a:p>
          <a:p>
            <a:pPr algn="l">
              <a:lnSpc>
                <a:spcPts val="5112"/>
              </a:lnSpc>
              <a:spcBef>
                <a:spcPct val="0"/>
              </a:spcBef>
            </a:pPr>
            <a:endParaRPr lang="en-US" sz="2989" spc="164" dirty="0">
              <a:solidFill>
                <a:srgbClr val="FFFFFF"/>
              </a:solidFill>
              <a:latin typeface="Nunito"/>
              <a:ea typeface="Nunito"/>
              <a:cs typeface="Nunito"/>
              <a:sym typeface="Nunito"/>
            </a:endParaRPr>
          </a:p>
          <a:p>
            <a:pPr algn="l">
              <a:lnSpc>
                <a:spcPts val="5112"/>
              </a:lnSpc>
              <a:spcBef>
                <a:spcPct val="0"/>
              </a:spcBef>
            </a:pPr>
            <a:endParaRPr lang="en-US" sz="2989" spc="164" dirty="0">
              <a:solidFill>
                <a:srgbClr val="FFFFFF"/>
              </a:solidFill>
              <a:latin typeface="Nunito"/>
              <a:ea typeface="Nunito"/>
              <a:cs typeface="Nunito"/>
              <a:sym typeface="Nunito"/>
            </a:endParaRPr>
          </a:p>
          <a:p>
            <a:pPr algn="l">
              <a:lnSpc>
                <a:spcPts val="5112"/>
              </a:lnSpc>
              <a:spcBef>
                <a:spcPct val="0"/>
              </a:spcBef>
            </a:pPr>
            <a:r>
              <a:rPr lang="en-US" sz="2989" spc="164" dirty="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Problem Statement Number :</a:t>
            </a:r>
          </a:p>
          <a:p>
            <a:pPr algn="l">
              <a:lnSpc>
                <a:spcPts val="5112"/>
              </a:lnSpc>
              <a:spcBef>
                <a:spcPct val="0"/>
              </a:spcBef>
            </a:pPr>
            <a:r>
              <a:rPr lang="en-US" sz="2989" spc="164" dirty="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College Name :</a:t>
            </a:r>
          </a:p>
          <a:p>
            <a:pPr algn="l">
              <a:lnSpc>
                <a:spcPts val="5112"/>
              </a:lnSpc>
              <a:spcBef>
                <a:spcPct val="0"/>
              </a:spcBef>
            </a:pPr>
            <a:endParaRPr lang="en-US" sz="2989" spc="164" dirty="0">
              <a:solidFill>
                <a:srgbClr val="FFFFFF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9" name="Freeform 9"/>
          <p:cNvSpPr/>
          <p:nvPr/>
        </p:nvSpPr>
        <p:spPr>
          <a:xfrm>
            <a:off x="14045835" y="335805"/>
            <a:ext cx="3680010" cy="1030450"/>
          </a:xfrm>
          <a:custGeom>
            <a:avLst/>
            <a:gdLst/>
            <a:ahLst/>
            <a:cxnLst/>
            <a:rect l="l" t="t" r="r" b="b"/>
            <a:pathLst>
              <a:path w="3680010" h="1030450">
                <a:moveTo>
                  <a:pt x="0" y="0"/>
                </a:moveTo>
                <a:lnTo>
                  <a:pt x="3680010" y="0"/>
                </a:lnTo>
                <a:lnTo>
                  <a:pt x="3680010" y="1030450"/>
                </a:lnTo>
                <a:lnTo>
                  <a:pt x="0" y="103045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5824" t="-119570" r="-642" b="-160652"/>
            </a:stretch>
          </a:blipFill>
          <a:ln cap="sq">
            <a:noFill/>
            <a:prstDash val="solid"/>
            <a:miter/>
          </a:ln>
        </p:spPr>
      </p:sp>
      <p:sp>
        <p:nvSpPr>
          <p:cNvPr id="10" name="Freeform 10"/>
          <p:cNvSpPr/>
          <p:nvPr/>
        </p:nvSpPr>
        <p:spPr>
          <a:xfrm>
            <a:off x="14017260" y="1154195"/>
            <a:ext cx="3821029" cy="633670"/>
          </a:xfrm>
          <a:custGeom>
            <a:avLst/>
            <a:gdLst/>
            <a:ahLst/>
            <a:cxnLst/>
            <a:rect l="l" t="t" r="r" b="b"/>
            <a:pathLst>
              <a:path w="3821029" h="633670">
                <a:moveTo>
                  <a:pt x="0" y="0"/>
                </a:moveTo>
                <a:lnTo>
                  <a:pt x="3821029" y="0"/>
                </a:lnTo>
                <a:lnTo>
                  <a:pt x="3821029" y="633669"/>
                </a:lnTo>
                <a:lnTo>
                  <a:pt x="0" y="6336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000" t="-343124" b="-184000"/>
            </a:stretch>
          </a:blipFill>
        </p:spPr>
      </p:sp>
      <p:grpSp>
        <p:nvGrpSpPr>
          <p:cNvPr id="11" name="Group 11"/>
          <p:cNvGrpSpPr/>
          <p:nvPr/>
        </p:nvGrpSpPr>
        <p:grpSpPr>
          <a:xfrm>
            <a:off x="413540" y="2174584"/>
            <a:ext cx="17441869" cy="7971820"/>
            <a:chOff x="0" y="0"/>
            <a:chExt cx="4593743" cy="2099574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593743" cy="2099574"/>
            </a:xfrm>
            <a:custGeom>
              <a:avLst/>
              <a:gdLst/>
              <a:ahLst/>
              <a:cxnLst/>
              <a:rect l="l" t="t" r="r" b="b"/>
              <a:pathLst>
                <a:path w="4593743" h="2099574">
                  <a:moveTo>
                    <a:pt x="16867" y="0"/>
                  </a:moveTo>
                  <a:lnTo>
                    <a:pt x="4576876" y="0"/>
                  </a:lnTo>
                  <a:cubicBezTo>
                    <a:pt x="4581349" y="0"/>
                    <a:pt x="4585640" y="1777"/>
                    <a:pt x="4588803" y="4940"/>
                  </a:cubicBezTo>
                  <a:cubicBezTo>
                    <a:pt x="4591966" y="8103"/>
                    <a:pt x="4593743" y="12394"/>
                    <a:pt x="4593743" y="16867"/>
                  </a:cubicBezTo>
                  <a:lnTo>
                    <a:pt x="4593743" y="2082707"/>
                  </a:lnTo>
                  <a:cubicBezTo>
                    <a:pt x="4593743" y="2092022"/>
                    <a:pt x="4586192" y="2099574"/>
                    <a:pt x="4576876" y="2099574"/>
                  </a:cubicBezTo>
                  <a:lnTo>
                    <a:pt x="16867" y="2099574"/>
                  </a:lnTo>
                  <a:cubicBezTo>
                    <a:pt x="12394" y="2099574"/>
                    <a:pt x="8103" y="2097797"/>
                    <a:pt x="4940" y="2094634"/>
                  </a:cubicBezTo>
                  <a:cubicBezTo>
                    <a:pt x="1777" y="2091471"/>
                    <a:pt x="0" y="2087180"/>
                    <a:pt x="0" y="2082707"/>
                  </a:cubicBezTo>
                  <a:lnTo>
                    <a:pt x="0" y="16867"/>
                  </a:lnTo>
                  <a:cubicBezTo>
                    <a:pt x="0" y="12394"/>
                    <a:pt x="1777" y="8103"/>
                    <a:pt x="4940" y="4940"/>
                  </a:cubicBezTo>
                  <a:cubicBezTo>
                    <a:pt x="8103" y="1777"/>
                    <a:pt x="12394" y="0"/>
                    <a:pt x="16867" y="0"/>
                  </a:cubicBezTo>
                  <a:close/>
                </a:path>
              </a:pathLst>
            </a:custGeom>
            <a:ln w="76200" cap="rnd">
              <a:solidFill>
                <a:srgbClr val="D1D1D1">
                  <a:alpha val="89804"/>
                </a:srgbClr>
              </a:solidFill>
              <a:prstDash val="solid"/>
              <a:round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0" y="-95250"/>
              <a:ext cx="4593743" cy="21948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3287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383650" y="-2941320"/>
            <a:ext cx="8824700" cy="8824700"/>
          </a:xfrm>
          <a:custGeom>
            <a:avLst/>
            <a:gdLst/>
            <a:ahLst/>
            <a:cxnLst/>
            <a:rect l="l" t="t" r="r" b="b"/>
            <a:pathLst>
              <a:path w="8824700" h="8824700">
                <a:moveTo>
                  <a:pt x="0" y="0"/>
                </a:moveTo>
                <a:lnTo>
                  <a:pt x="8824700" y="0"/>
                </a:lnTo>
                <a:lnTo>
                  <a:pt x="8824700" y="8824699"/>
                </a:lnTo>
                <a:lnTo>
                  <a:pt x="0" y="88246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888339" y="2758109"/>
            <a:ext cx="10156534" cy="10156534"/>
          </a:xfrm>
          <a:custGeom>
            <a:avLst/>
            <a:gdLst/>
            <a:ahLst/>
            <a:cxnLst/>
            <a:rect l="l" t="t" r="r" b="b"/>
            <a:pathLst>
              <a:path w="10156534" h="10156534">
                <a:moveTo>
                  <a:pt x="0" y="0"/>
                </a:moveTo>
                <a:lnTo>
                  <a:pt x="10156534" y="0"/>
                </a:lnTo>
                <a:lnTo>
                  <a:pt x="10156534" y="10156534"/>
                </a:lnTo>
                <a:lnTo>
                  <a:pt x="0" y="101565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4685065" y="-4472609"/>
            <a:ext cx="8229600" cy="8229600"/>
          </a:xfrm>
          <a:custGeom>
            <a:avLst/>
            <a:gdLst/>
            <a:ahLst/>
            <a:cxnLst/>
            <a:rect l="l" t="t" r="r" b="b"/>
            <a:pathLst>
              <a:path w="8229600" h="8229600">
                <a:moveTo>
                  <a:pt x="0" y="0"/>
                </a:moveTo>
                <a:lnTo>
                  <a:pt x="8229600" y="0"/>
                </a:lnTo>
                <a:lnTo>
                  <a:pt x="82296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3956517" y="6907696"/>
            <a:ext cx="8229600" cy="8229600"/>
          </a:xfrm>
          <a:custGeom>
            <a:avLst/>
            <a:gdLst/>
            <a:ahLst/>
            <a:cxnLst/>
            <a:rect l="l" t="t" r="r" b="b"/>
            <a:pathLst>
              <a:path w="8229600" h="8229600">
                <a:moveTo>
                  <a:pt x="0" y="0"/>
                </a:moveTo>
                <a:lnTo>
                  <a:pt x="8229600" y="0"/>
                </a:lnTo>
                <a:lnTo>
                  <a:pt x="82296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423065" y="520122"/>
            <a:ext cx="3850017" cy="950908"/>
          </a:xfrm>
          <a:custGeom>
            <a:avLst/>
            <a:gdLst/>
            <a:ahLst/>
            <a:cxnLst/>
            <a:rect l="l" t="t" r="r" b="b"/>
            <a:pathLst>
              <a:path w="3850017" h="950908">
                <a:moveTo>
                  <a:pt x="0" y="0"/>
                </a:moveTo>
                <a:lnTo>
                  <a:pt x="3850018" y="0"/>
                </a:lnTo>
                <a:lnTo>
                  <a:pt x="3850018" y="950908"/>
                </a:lnTo>
                <a:lnTo>
                  <a:pt x="0" y="9509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4974972" y="520122"/>
            <a:ext cx="2889962" cy="1017157"/>
          </a:xfrm>
          <a:custGeom>
            <a:avLst/>
            <a:gdLst/>
            <a:ahLst/>
            <a:cxnLst/>
            <a:rect l="l" t="t" r="r" b="b"/>
            <a:pathLst>
              <a:path w="2889962" h="1017157">
                <a:moveTo>
                  <a:pt x="0" y="0"/>
                </a:moveTo>
                <a:lnTo>
                  <a:pt x="2889963" y="0"/>
                </a:lnTo>
                <a:lnTo>
                  <a:pt x="2889963" y="1017156"/>
                </a:lnTo>
                <a:lnTo>
                  <a:pt x="0" y="101715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5092575" y="520122"/>
            <a:ext cx="8329793" cy="960907"/>
            <a:chOff x="0" y="0"/>
            <a:chExt cx="2193855" cy="25307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3855" cy="253078"/>
            </a:xfrm>
            <a:custGeom>
              <a:avLst/>
              <a:gdLst/>
              <a:ahLst/>
              <a:cxnLst/>
              <a:rect l="l" t="t" r="r" b="b"/>
              <a:pathLst>
                <a:path w="2193855" h="253078">
                  <a:moveTo>
                    <a:pt x="92943" y="0"/>
                  </a:moveTo>
                  <a:lnTo>
                    <a:pt x="2100912" y="0"/>
                  </a:lnTo>
                  <a:cubicBezTo>
                    <a:pt x="2152243" y="0"/>
                    <a:pt x="2193855" y="41612"/>
                    <a:pt x="2193855" y="92943"/>
                  </a:cubicBezTo>
                  <a:lnTo>
                    <a:pt x="2193855" y="160136"/>
                  </a:lnTo>
                  <a:cubicBezTo>
                    <a:pt x="2193855" y="211467"/>
                    <a:pt x="2152243" y="253078"/>
                    <a:pt x="2100912" y="253078"/>
                  </a:cubicBezTo>
                  <a:lnTo>
                    <a:pt x="92943" y="253078"/>
                  </a:lnTo>
                  <a:cubicBezTo>
                    <a:pt x="41612" y="253078"/>
                    <a:pt x="0" y="211467"/>
                    <a:pt x="0" y="160136"/>
                  </a:cubicBezTo>
                  <a:lnTo>
                    <a:pt x="0" y="92943"/>
                  </a:lnTo>
                  <a:cubicBezTo>
                    <a:pt x="0" y="41612"/>
                    <a:pt x="41612" y="0"/>
                    <a:pt x="92943" y="0"/>
                  </a:cubicBezTo>
                  <a:close/>
                </a:path>
              </a:pathLst>
            </a:custGeom>
            <a:ln w="3810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2193855" cy="3483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87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5147504" y="688863"/>
            <a:ext cx="7992989" cy="6796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39"/>
              </a:lnSpc>
              <a:spcBef>
                <a:spcPct val="0"/>
              </a:spcBef>
            </a:pPr>
            <a:r>
              <a:rPr lang="en-US" sz="3122" b="1" spc="171" dirty="0">
                <a:solidFill>
                  <a:srgbClr val="FFFFFF"/>
                </a:solidFill>
                <a:latin typeface="Nunito Bold"/>
                <a:ea typeface="Nunito Bold"/>
                <a:cs typeface="Nunito Bold"/>
                <a:sym typeface="Nunito Bold"/>
              </a:rPr>
              <a:t>PROBLEM STATEMENT BREAKDOWN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423065" y="1926934"/>
            <a:ext cx="17441869" cy="7971820"/>
            <a:chOff x="0" y="0"/>
            <a:chExt cx="4593743" cy="2099574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593743" cy="2099574"/>
            </a:xfrm>
            <a:custGeom>
              <a:avLst/>
              <a:gdLst/>
              <a:ahLst/>
              <a:cxnLst/>
              <a:rect l="l" t="t" r="r" b="b"/>
              <a:pathLst>
                <a:path w="4593743" h="2099574">
                  <a:moveTo>
                    <a:pt x="16867" y="0"/>
                  </a:moveTo>
                  <a:lnTo>
                    <a:pt x="4576876" y="0"/>
                  </a:lnTo>
                  <a:cubicBezTo>
                    <a:pt x="4581349" y="0"/>
                    <a:pt x="4585640" y="1777"/>
                    <a:pt x="4588803" y="4940"/>
                  </a:cubicBezTo>
                  <a:cubicBezTo>
                    <a:pt x="4591966" y="8103"/>
                    <a:pt x="4593743" y="12394"/>
                    <a:pt x="4593743" y="16867"/>
                  </a:cubicBezTo>
                  <a:lnTo>
                    <a:pt x="4593743" y="2082707"/>
                  </a:lnTo>
                  <a:cubicBezTo>
                    <a:pt x="4593743" y="2092022"/>
                    <a:pt x="4586192" y="2099574"/>
                    <a:pt x="4576876" y="2099574"/>
                  </a:cubicBezTo>
                  <a:lnTo>
                    <a:pt x="16867" y="2099574"/>
                  </a:lnTo>
                  <a:cubicBezTo>
                    <a:pt x="12394" y="2099574"/>
                    <a:pt x="8103" y="2097797"/>
                    <a:pt x="4940" y="2094634"/>
                  </a:cubicBezTo>
                  <a:cubicBezTo>
                    <a:pt x="1777" y="2091471"/>
                    <a:pt x="0" y="2087180"/>
                    <a:pt x="0" y="2082707"/>
                  </a:cubicBezTo>
                  <a:lnTo>
                    <a:pt x="0" y="16867"/>
                  </a:lnTo>
                  <a:cubicBezTo>
                    <a:pt x="0" y="12394"/>
                    <a:pt x="1777" y="8103"/>
                    <a:pt x="4940" y="4940"/>
                  </a:cubicBezTo>
                  <a:cubicBezTo>
                    <a:pt x="8103" y="1777"/>
                    <a:pt x="12394" y="0"/>
                    <a:pt x="16867" y="0"/>
                  </a:cubicBezTo>
                  <a:close/>
                </a:path>
              </a:pathLst>
            </a:custGeom>
            <a:ln w="76200" cap="rnd">
              <a:solidFill>
                <a:srgbClr val="D1D1D1">
                  <a:alpha val="89804"/>
                </a:srgbClr>
              </a:solidFill>
              <a:prstDash val="solid"/>
              <a:round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0" y="-95250"/>
              <a:ext cx="4593743" cy="21948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3287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383650" y="-2941320"/>
            <a:ext cx="8824700" cy="8824700"/>
          </a:xfrm>
          <a:custGeom>
            <a:avLst/>
            <a:gdLst/>
            <a:ahLst/>
            <a:cxnLst/>
            <a:rect l="l" t="t" r="r" b="b"/>
            <a:pathLst>
              <a:path w="8824700" h="8824700">
                <a:moveTo>
                  <a:pt x="0" y="0"/>
                </a:moveTo>
                <a:lnTo>
                  <a:pt x="8824700" y="0"/>
                </a:lnTo>
                <a:lnTo>
                  <a:pt x="8824700" y="8824699"/>
                </a:lnTo>
                <a:lnTo>
                  <a:pt x="0" y="88246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888339" y="2758109"/>
            <a:ext cx="10156534" cy="10156534"/>
          </a:xfrm>
          <a:custGeom>
            <a:avLst/>
            <a:gdLst/>
            <a:ahLst/>
            <a:cxnLst/>
            <a:rect l="l" t="t" r="r" b="b"/>
            <a:pathLst>
              <a:path w="10156534" h="10156534">
                <a:moveTo>
                  <a:pt x="0" y="0"/>
                </a:moveTo>
                <a:lnTo>
                  <a:pt x="10156534" y="0"/>
                </a:lnTo>
                <a:lnTo>
                  <a:pt x="10156534" y="10156534"/>
                </a:lnTo>
                <a:lnTo>
                  <a:pt x="0" y="101565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4685065" y="-4472609"/>
            <a:ext cx="8229600" cy="8229600"/>
          </a:xfrm>
          <a:custGeom>
            <a:avLst/>
            <a:gdLst/>
            <a:ahLst/>
            <a:cxnLst/>
            <a:rect l="l" t="t" r="r" b="b"/>
            <a:pathLst>
              <a:path w="8229600" h="8229600">
                <a:moveTo>
                  <a:pt x="0" y="0"/>
                </a:moveTo>
                <a:lnTo>
                  <a:pt x="8229600" y="0"/>
                </a:lnTo>
                <a:lnTo>
                  <a:pt x="82296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3956517" y="6907696"/>
            <a:ext cx="8229600" cy="8229600"/>
          </a:xfrm>
          <a:custGeom>
            <a:avLst/>
            <a:gdLst/>
            <a:ahLst/>
            <a:cxnLst/>
            <a:rect l="l" t="t" r="r" b="b"/>
            <a:pathLst>
              <a:path w="8229600" h="8229600">
                <a:moveTo>
                  <a:pt x="0" y="0"/>
                </a:moveTo>
                <a:lnTo>
                  <a:pt x="8229600" y="0"/>
                </a:lnTo>
                <a:lnTo>
                  <a:pt x="82296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423065" y="520122"/>
            <a:ext cx="3850017" cy="950908"/>
          </a:xfrm>
          <a:custGeom>
            <a:avLst/>
            <a:gdLst/>
            <a:ahLst/>
            <a:cxnLst/>
            <a:rect l="l" t="t" r="r" b="b"/>
            <a:pathLst>
              <a:path w="3850017" h="950908">
                <a:moveTo>
                  <a:pt x="0" y="0"/>
                </a:moveTo>
                <a:lnTo>
                  <a:pt x="3850018" y="0"/>
                </a:lnTo>
                <a:lnTo>
                  <a:pt x="3850018" y="950908"/>
                </a:lnTo>
                <a:lnTo>
                  <a:pt x="0" y="9509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4974972" y="520122"/>
            <a:ext cx="2889962" cy="1017157"/>
          </a:xfrm>
          <a:custGeom>
            <a:avLst/>
            <a:gdLst/>
            <a:ahLst/>
            <a:cxnLst/>
            <a:rect l="l" t="t" r="r" b="b"/>
            <a:pathLst>
              <a:path w="2889962" h="1017157">
                <a:moveTo>
                  <a:pt x="0" y="0"/>
                </a:moveTo>
                <a:lnTo>
                  <a:pt x="2889963" y="0"/>
                </a:lnTo>
                <a:lnTo>
                  <a:pt x="2889963" y="1017156"/>
                </a:lnTo>
                <a:lnTo>
                  <a:pt x="0" y="101715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5440445" y="520122"/>
            <a:ext cx="7559510" cy="960907"/>
            <a:chOff x="0" y="0"/>
            <a:chExt cx="1990982" cy="25307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90982" cy="253078"/>
            </a:xfrm>
            <a:custGeom>
              <a:avLst/>
              <a:gdLst/>
              <a:ahLst/>
              <a:cxnLst/>
              <a:rect l="l" t="t" r="r" b="b"/>
              <a:pathLst>
                <a:path w="1990982" h="253078">
                  <a:moveTo>
                    <a:pt x="102413" y="0"/>
                  </a:moveTo>
                  <a:lnTo>
                    <a:pt x="1888569" y="0"/>
                  </a:lnTo>
                  <a:cubicBezTo>
                    <a:pt x="1945130" y="0"/>
                    <a:pt x="1990982" y="45852"/>
                    <a:pt x="1990982" y="102413"/>
                  </a:cubicBezTo>
                  <a:lnTo>
                    <a:pt x="1990982" y="150666"/>
                  </a:lnTo>
                  <a:cubicBezTo>
                    <a:pt x="1990982" y="177827"/>
                    <a:pt x="1980192" y="203876"/>
                    <a:pt x="1960986" y="223082"/>
                  </a:cubicBezTo>
                  <a:cubicBezTo>
                    <a:pt x="1941780" y="242289"/>
                    <a:pt x="1915731" y="253078"/>
                    <a:pt x="1888569" y="253078"/>
                  </a:cubicBezTo>
                  <a:lnTo>
                    <a:pt x="102413" y="253078"/>
                  </a:lnTo>
                  <a:cubicBezTo>
                    <a:pt x="75251" y="253078"/>
                    <a:pt x="49202" y="242289"/>
                    <a:pt x="29996" y="223082"/>
                  </a:cubicBezTo>
                  <a:cubicBezTo>
                    <a:pt x="10790" y="203876"/>
                    <a:pt x="0" y="177827"/>
                    <a:pt x="0" y="150666"/>
                  </a:cubicBezTo>
                  <a:lnTo>
                    <a:pt x="0" y="102413"/>
                  </a:lnTo>
                  <a:cubicBezTo>
                    <a:pt x="0" y="75251"/>
                    <a:pt x="10790" y="49202"/>
                    <a:pt x="29996" y="29996"/>
                  </a:cubicBezTo>
                  <a:cubicBezTo>
                    <a:pt x="49202" y="10790"/>
                    <a:pt x="75251" y="0"/>
                    <a:pt x="102413" y="0"/>
                  </a:cubicBezTo>
                  <a:close/>
                </a:path>
              </a:pathLst>
            </a:custGeom>
            <a:ln w="3810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1990982" cy="3483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87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6595585" y="655739"/>
            <a:ext cx="5096827" cy="6796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39"/>
              </a:lnSpc>
              <a:spcBef>
                <a:spcPct val="0"/>
              </a:spcBef>
            </a:pPr>
            <a:r>
              <a:rPr lang="en-US" sz="3122" b="1" spc="171" dirty="0">
                <a:solidFill>
                  <a:srgbClr val="FFFFFF"/>
                </a:solidFill>
                <a:latin typeface="Nunito Bold"/>
                <a:ea typeface="Nunito Bold"/>
                <a:cs typeface="Nunito Bold"/>
                <a:sym typeface="Nunito Bold"/>
              </a:rPr>
              <a:t>PROPOSED SOLUTION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423065" y="1926934"/>
            <a:ext cx="17441869" cy="7971820"/>
            <a:chOff x="0" y="0"/>
            <a:chExt cx="4593743" cy="2099574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593743" cy="2099574"/>
            </a:xfrm>
            <a:custGeom>
              <a:avLst/>
              <a:gdLst/>
              <a:ahLst/>
              <a:cxnLst/>
              <a:rect l="l" t="t" r="r" b="b"/>
              <a:pathLst>
                <a:path w="4593743" h="2099574">
                  <a:moveTo>
                    <a:pt x="16867" y="0"/>
                  </a:moveTo>
                  <a:lnTo>
                    <a:pt x="4576876" y="0"/>
                  </a:lnTo>
                  <a:cubicBezTo>
                    <a:pt x="4581349" y="0"/>
                    <a:pt x="4585640" y="1777"/>
                    <a:pt x="4588803" y="4940"/>
                  </a:cubicBezTo>
                  <a:cubicBezTo>
                    <a:pt x="4591966" y="8103"/>
                    <a:pt x="4593743" y="12394"/>
                    <a:pt x="4593743" y="16867"/>
                  </a:cubicBezTo>
                  <a:lnTo>
                    <a:pt x="4593743" y="2082707"/>
                  </a:lnTo>
                  <a:cubicBezTo>
                    <a:pt x="4593743" y="2092022"/>
                    <a:pt x="4586192" y="2099574"/>
                    <a:pt x="4576876" y="2099574"/>
                  </a:cubicBezTo>
                  <a:lnTo>
                    <a:pt x="16867" y="2099574"/>
                  </a:lnTo>
                  <a:cubicBezTo>
                    <a:pt x="12394" y="2099574"/>
                    <a:pt x="8103" y="2097797"/>
                    <a:pt x="4940" y="2094634"/>
                  </a:cubicBezTo>
                  <a:cubicBezTo>
                    <a:pt x="1777" y="2091471"/>
                    <a:pt x="0" y="2087180"/>
                    <a:pt x="0" y="2082707"/>
                  </a:cubicBezTo>
                  <a:lnTo>
                    <a:pt x="0" y="16867"/>
                  </a:lnTo>
                  <a:cubicBezTo>
                    <a:pt x="0" y="12394"/>
                    <a:pt x="1777" y="8103"/>
                    <a:pt x="4940" y="4940"/>
                  </a:cubicBezTo>
                  <a:cubicBezTo>
                    <a:pt x="8103" y="1777"/>
                    <a:pt x="12394" y="0"/>
                    <a:pt x="16867" y="0"/>
                  </a:cubicBezTo>
                  <a:close/>
                </a:path>
              </a:pathLst>
            </a:custGeom>
            <a:ln w="76200" cap="rnd">
              <a:solidFill>
                <a:srgbClr val="D1D1D1">
                  <a:alpha val="89804"/>
                </a:srgbClr>
              </a:solidFill>
              <a:prstDash val="solid"/>
              <a:round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0" y="-95250"/>
              <a:ext cx="4593743" cy="21948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3287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383650" y="-2941320"/>
            <a:ext cx="8824700" cy="8824700"/>
          </a:xfrm>
          <a:custGeom>
            <a:avLst/>
            <a:gdLst/>
            <a:ahLst/>
            <a:cxnLst/>
            <a:rect l="l" t="t" r="r" b="b"/>
            <a:pathLst>
              <a:path w="8824700" h="8824700">
                <a:moveTo>
                  <a:pt x="0" y="0"/>
                </a:moveTo>
                <a:lnTo>
                  <a:pt x="8824700" y="0"/>
                </a:lnTo>
                <a:lnTo>
                  <a:pt x="8824700" y="8824699"/>
                </a:lnTo>
                <a:lnTo>
                  <a:pt x="0" y="88246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888339" y="2758109"/>
            <a:ext cx="10156534" cy="10156534"/>
          </a:xfrm>
          <a:custGeom>
            <a:avLst/>
            <a:gdLst/>
            <a:ahLst/>
            <a:cxnLst/>
            <a:rect l="l" t="t" r="r" b="b"/>
            <a:pathLst>
              <a:path w="10156534" h="10156534">
                <a:moveTo>
                  <a:pt x="0" y="0"/>
                </a:moveTo>
                <a:lnTo>
                  <a:pt x="10156534" y="0"/>
                </a:lnTo>
                <a:lnTo>
                  <a:pt x="10156534" y="10156534"/>
                </a:lnTo>
                <a:lnTo>
                  <a:pt x="0" y="101565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4685065" y="-4472609"/>
            <a:ext cx="8229600" cy="8229600"/>
          </a:xfrm>
          <a:custGeom>
            <a:avLst/>
            <a:gdLst/>
            <a:ahLst/>
            <a:cxnLst/>
            <a:rect l="l" t="t" r="r" b="b"/>
            <a:pathLst>
              <a:path w="8229600" h="8229600">
                <a:moveTo>
                  <a:pt x="0" y="0"/>
                </a:moveTo>
                <a:lnTo>
                  <a:pt x="8229600" y="0"/>
                </a:lnTo>
                <a:lnTo>
                  <a:pt x="82296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3956517" y="6907696"/>
            <a:ext cx="8229600" cy="8229600"/>
          </a:xfrm>
          <a:custGeom>
            <a:avLst/>
            <a:gdLst/>
            <a:ahLst/>
            <a:cxnLst/>
            <a:rect l="l" t="t" r="r" b="b"/>
            <a:pathLst>
              <a:path w="8229600" h="8229600">
                <a:moveTo>
                  <a:pt x="0" y="0"/>
                </a:moveTo>
                <a:lnTo>
                  <a:pt x="8229600" y="0"/>
                </a:lnTo>
                <a:lnTo>
                  <a:pt x="82296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423065" y="520122"/>
            <a:ext cx="3850017" cy="950908"/>
          </a:xfrm>
          <a:custGeom>
            <a:avLst/>
            <a:gdLst/>
            <a:ahLst/>
            <a:cxnLst/>
            <a:rect l="l" t="t" r="r" b="b"/>
            <a:pathLst>
              <a:path w="3850017" h="950908">
                <a:moveTo>
                  <a:pt x="0" y="0"/>
                </a:moveTo>
                <a:lnTo>
                  <a:pt x="3850018" y="0"/>
                </a:lnTo>
                <a:lnTo>
                  <a:pt x="3850018" y="950908"/>
                </a:lnTo>
                <a:lnTo>
                  <a:pt x="0" y="9509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4974972" y="520122"/>
            <a:ext cx="2889962" cy="1017157"/>
          </a:xfrm>
          <a:custGeom>
            <a:avLst/>
            <a:gdLst/>
            <a:ahLst/>
            <a:cxnLst/>
            <a:rect l="l" t="t" r="r" b="b"/>
            <a:pathLst>
              <a:path w="2889962" h="1017157">
                <a:moveTo>
                  <a:pt x="0" y="0"/>
                </a:moveTo>
                <a:lnTo>
                  <a:pt x="2889963" y="0"/>
                </a:lnTo>
                <a:lnTo>
                  <a:pt x="2889963" y="1017156"/>
                </a:lnTo>
                <a:lnTo>
                  <a:pt x="0" y="101715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5440445" y="520122"/>
            <a:ext cx="7559510" cy="960907"/>
            <a:chOff x="0" y="0"/>
            <a:chExt cx="1990982" cy="25307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90982" cy="253078"/>
            </a:xfrm>
            <a:custGeom>
              <a:avLst/>
              <a:gdLst/>
              <a:ahLst/>
              <a:cxnLst/>
              <a:rect l="l" t="t" r="r" b="b"/>
              <a:pathLst>
                <a:path w="1990982" h="253078">
                  <a:moveTo>
                    <a:pt x="102413" y="0"/>
                  </a:moveTo>
                  <a:lnTo>
                    <a:pt x="1888569" y="0"/>
                  </a:lnTo>
                  <a:cubicBezTo>
                    <a:pt x="1945130" y="0"/>
                    <a:pt x="1990982" y="45852"/>
                    <a:pt x="1990982" y="102413"/>
                  </a:cubicBezTo>
                  <a:lnTo>
                    <a:pt x="1990982" y="150666"/>
                  </a:lnTo>
                  <a:cubicBezTo>
                    <a:pt x="1990982" y="177827"/>
                    <a:pt x="1980192" y="203876"/>
                    <a:pt x="1960986" y="223082"/>
                  </a:cubicBezTo>
                  <a:cubicBezTo>
                    <a:pt x="1941780" y="242289"/>
                    <a:pt x="1915731" y="253078"/>
                    <a:pt x="1888569" y="253078"/>
                  </a:cubicBezTo>
                  <a:lnTo>
                    <a:pt x="102413" y="253078"/>
                  </a:lnTo>
                  <a:cubicBezTo>
                    <a:pt x="75251" y="253078"/>
                    <a:pt x="49202" y="242289"/>
                    <a:pt x="29996" y="223082"/>
                  </a:cubicBezTo>
                  <a:cubicBezTo>
                    <a:pt x="10790" y="203876"/>
                    <a:pt x="0" y="177827"/>
                    <a:pt x="0" y="150666"/>
                  </a:cubicBezTo>
                  <a:lnTo>
                    <a:pt x="0" y="102413"/>
                  </a:lnTo>
                  <a:cubicBezTo>
                    <a:pt x="0" y="75251"/>
                    <a:pt x="10790" y="49202"/>
                    <a:pt x="29996" y="29996"/>
                  </a:cubicBezTo>
                  <a:cubicBezTo>
                    <a:pt x="49202" y="10790"/>
                    <a:pt x="75251" y="0"/>
                    <a:pt x="102413" y="0"/>
                  </a:cubicBezTo>
                  <a:close/>
                </a:path>
              </a:pathLst>
            </a:custGeom>
            <a:ln w="3810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1990982" cy="3483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87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6172200" y="634784"/>
            <a:ext cx="5990749" cy="6796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39"/>
              </a:lnSpc>
              <a:spcBef>
                <a:spcPct val="0"/>
              </a:spcBef>
            </a:pPr>
            <a:r>
              <a:rPr lang="en-US" sz="3122" b="1" spc="171" dirty="0">
                <a:solidFill>
                  <a:srgbClr val="FFFFFF"/>
                </a:solidFill>
                <a:latin typeface="Nunito Bold"/>
                <a:ea typeface="Nunito Bold"/>
                <a:cs typeface="Nunito Bold"/>
                <a:sym typeface="Nunito Bold"/>
              </a:rPr>
              <a:t>TECHNICAL ARCHITECTURE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423065" y="1926934"/>
            <a:ext cx="17441869" cy="7971820"/>
            <a:chOff x="0" y="0"/>
            <a:chExt cx="4593743" cy="2099574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593743" cy="2099574"/>
            </a:xfrm>
            <a:custGeom>
              <a:avLst/>
              <a:gdLst/>
              <a:ahLst/>
              <a:cxnLst/>
              <a:rect l="l" t="t" r="r" b="b"/>
              <a:pathLst>
                <a:path w="4593743" h="2099574">
                  <a:moveTo>
                    <a:pt x="16867" y="0"/>
                  </a:moveTo>
                  <a:lnTo>
                    <a:pt x="4576876" y="0"/>
                  </a:lnTo>
                  <a:cubicBezTo>
                    <a:pt x="4581349" y="0"/>
                    <a:pt x="4585640" y="1777"/>
                    <a:pt x="4588803" y="4940"/>
                  </a:cubicBezTo>
                  <a:cubicBezTo>
                    <a:pt x="4591966" y="8103"/>
                    <a:pt x="4593743" y="12394"/>
                    <a:pt x="4593743" y="16867"/>
                  </a:cubicBezTo>
                  <a:lnTo>
                    <a:pt x="4593743" y="2082707"/>
                  </a:lnTo>
                  <a:cubicBezTo>
                    <a:pt x="4593743" y="2092022"/>
                    <a:pt x="4586192" y="2099574"/>
                    <a:pt x="4576876" y="2099574"/>
                  </a:cubicBezTo>
                  <a:lnTo>
                    <a:pt x="16867" y="2099574"/>
                  </a:lnTo>
                  <a:cubicBezTo>
                    <a:pt x="12394" y="2099574"/>
                    <a:pt x="8103" y="2097797"/>
                    <a:pt x="4940" y="2094634"/>
                  </a:cubicBezTo>
                  <a:cubicBezTo>
                    <a:pt x="1777" y="2091471"/>
                    <a:pt x="0" y="2087180"/>
                    <a:pt x="0" y="2082707"/>
                  </a:cubicBezTo>
                  <a:lnTo>
                    <a:pt x="0" y="16867"/>
                  </a:lnTo>
                  <a:cubicBezTo>
                    <a:pt x="0" y="12394"/>
                    <a:pt x="1777" y="8103"/>
                    <a:pt x="4940" y="4940"/>
                  </a:cubicBezTo>
                  <a:cubicBezTo>
                    <a:pt x="8103" y="1777"/>
                    <a:pt x="12394" y="0"/>
                    <a:pt x="16867" y="0"/>
                  </a:cubicBezTo>
                  <a:close/>
                </a:path>
              </a:pathLst>
            </a:custGeom>
            <a:ln w="76200" cap="rnd">
              <a:solidFill>
                <a:srgbClr val="D1D1D1">
                  <a:alpha val="89804"/>
                </a:srgbClr>
              </a:solidFill>
              <a:prstDash val="solid"/>
              <a:round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0" y="-95250"/>
              <a:ext cx="4593743" cy="21948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3287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383650" y="-2941320"/>
            <a:ext cx="8824700" cy="8824700"/>
          </a:xfrm>
          <a:custGeom>
            <a:avLst/>
            <a:gdLst/>
            <a:ahLst/>
            <a:cxnLst/>
            <a:rect l="l" t="t" r="r" b="b"/>
            <a:pathLst>
              <a:path w="8824700" h="8824700">
                <a:moveTo>
                  <a:pt x="0" y="0"/>
                </a:moveTo>
                <a:lnTo>
                  <a:pt x="8824700" y="0"/>
                </a:lnTo>
                <a:lnTo>
                  <a:pt x="8824700" y="8824699"/>
                </a:lnTo>
                <a:lnTo>
                  <a:pt x="0" y="88246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888339" y="2758109"/>
            <a:ext cx="10156534" cy="10156534"/>
          </a:xfrm>
          <a:custGeom>
            <a:avLst/>
            <a:gdLst/>
            <a:ahLst/>
            <a:cxnLst/>
            <a:rect l="l" t="t" r="r" b="b"/>
            <a:pathLst>
              <a:path w="10156534" h="10156534">
                <a:moveTo>
                  <a:pt x="0" y="0"/>
                </a:moveTo>
                <a:lnTo>
                  <a:pt x="10156534" y="0"/>
                </a:lnTo>
                <a:lnTo>
                  <a:pt x="10156534" y="10156534"/>
                </a:lnTo>
                <a:lnTo>
                  <a:pt x="0" y="101565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4685065" y="-4472609"/>
            <a:ext cx="8229600" cy="8229600"/>
          </a:xfrm>
          <a:custGeom>
            <a:avLst/>
            <a:gdLst/>
            <a:ahLst/>
            <a:cxnLst/>
            <a:rect l="l" t="t" r="r" b="b"/>
            <a:pathLst>
              <a:path w="8229600" h="8229600">
                <a:moveTo>
                  <a:pt x="0" y="0"/>
                </a:moveTo>
                <a:lnTo>
                  <a:pt x="8229600" y="0"/>
                </a:lnTo>
                <a:lnTo>
                  <a:pt x="82296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3956517" y="6907696"/>
            <a:ext cx="8229600" cy="8229600"/>
          </a:xfrm>
          <a:custGeom>
            <a:avLst/>
            <a:gdLst/>
            <a:ahLst/>
            <a:cxnLst/>
            <a:rect l="l" t="t" r="r" b="b"/>
            <a:pathLst>
              <a:path w="8229600" h="8229600">
                <a:moveTo>
                  <a:pt x="0" y="0"/>
                </a:moveTo>
                <a:lnTo>
                  <a:pt x="8229600" y="0"/>
                </a:lnTo>
                <a:lnTo>
                  <a:pt x="82296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423065" y="520122"/>
            <a:ext cx="3850017" cy="950908"/>
          </a:xfrm>
          <a:custGeom>
            <a:avLst/>
            <a:gdLst/>
            <a:ahLst/>
            <a:cxnLst/>
            <a:rect l="l" t="t" r="r" b="b"/>
            <a:pathLst>
              <a:path w="3850017" h="950908">
                <a:moveTo>
                  <a:pt x="0" y="0"/>
                </a:moveTo>
                <a:lnTo>
                  <a:pt x="3850018" y="0"/>
                </a:lnTo>
                <a:lnTo>
                  <a:pt x="3850018" y="950908"/>
                </a:lnTo>
                <a:lnTo>
                  <a:pt x="0" y="9509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4974972" y="520122"/>
            <a:ext cx="2889962" cy="1017157"/>
          </a:xfrm>
          <a:custGeom>
            <a:avLst/>
            <a:gdLst/>
            <a:ahLst/>
            <a:cxnLst/>
            <a:rect l="l" t="t" r="r" b="b"/>
            <a:pathLst>
              <a:path w="2889962" h="1017157">
                <a:moveTo>
                  <a:pt x="0" y="0"/>
                </a:moveTo>
                <a:lnTo>
                  <a:pt x="2889963" y="0"/>
                </a:lnTo>
                <a:lnTo>
                  <a:pt x="2889963" y="1017156"/>
                </a:lnTo>
                <a:lnTo>
                  <a:pt x="0" y="101715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5440445" y="520122"/>
            <a:ext cx="7559510" cy="960907"/>
            <a:chOff x="0" y="0"/>
            <a:chExt cx="1990982" cy="25307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90982" cy="253078"/>
            </a:xfrm>
            <a:custGeom>
              <a:avLst/>
              <a:gdLst/>
              <a:ahLst/>
              <a:cxnLst/>
              <a:rect l="l" t="t" r="r" b="b"/>
              <a:pathLst>
                <a:path w="1990982" h="253078">
                  <a:moveTo>
                    <a:pt x="102413" y="0"/>
                  </a:moveTo>
                  <a:lnTo>
                    <a:pt x="1888569" y="0"/>
                  </a:lnTo>
                  <a:cubicBezTo>
                    <a:pt x="1945130" y="0"/>
                    <a:pt x="1990982" y="45852"/>
                    <a:pt x="1990982" y="102413"/>
                  </a:cubicBezTo>
                  <a:lnTo>
                    <a:pt x="1990982" y="150666"/>
                  </a:lnTo>
                  <a:cubicBezTo>
                    <a:pt x="1990982" y="177827"/>
                    <a:pt x="1980192" y="203876"/>
                    <a:pt x="1960986" y="223082"/>
                  </a:cubicBezTo>
                  <a:cubicBezTo>
                    <a:pt x="1941780" y="242289"/>
                    <a:pt x="1915731" y="253078"/>
                    <a:pt x="1888569" y="253078"/>
                  </a:cubicBezTo>
                  <a:lnTo>
                    <a:pt x="102413" y="253078"/>
                  </a:lnTo>
                  <a:cubicBezTo>
                    <a:pt x="75251" y="253078"/>
                    <a:pt x="49202" y="242289"/>
                    <a:pt x="29996" y="223082"/>
                  </a:cubicBezTo>
                  <a:cubicBezTo>
                    <a:pt x="10790" y="203876"/>
                    <a:pt x="0" y="177827"/>
                    <a:pt x="0" y="150666"/>
                  </a:cubicBezTo>
                  <a:lnTo>
                    <a:pt x="0" y="102413"/>
                  </a:lnTo>
                  <a:cubicBezTo>
                    <a:pt x="0" y="75251"/>
                    <a:pt x="10790" y="49202"/>
                    <a:pt x="29996" y="29996"/>
                  </a:cubicBezTo>
                  <a:cubicBezTo>
                    <a:pt x="49202" y="10790"/>
                    <a:pt x="75251" y="0"/>
                    <a:pt x="102413" y="0"/>
                  </a:cubicBezTo>
                  <a:close/>
                </a:path>
              </a:pathLst>
            </a:custGeom>
            <a:ln w="3810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1990982" cy="3483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87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5958192" y="634784"/>
            <a:ext cx="6444599" cy="6796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39"/>
              </a:lnSpc>
              <a:spcBef>
                <a:spcPct val="0"/>
              </a:spcBef>
            </a:pPr>
            <a:r>
              <a:rPr lang="en-US" sz="3122" b="1" spc="171" dirty="0">
                <a:solidFill>
                  <a:srgbClr val="FFFFFF"/>
                </a:solidFill>
                <a:latin typeface="Nunito Bold"/>
                <a:ea typeface="Nunito Bold"/>
                <a:cs typeface="Nunito Bold"/>
                <a:sym typeface="Nunito Bold"/>
              </a:rPr>
              <a:t>UNIQUE SELLING POINT [USP]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423065" y="1926934"/>
            <a:ext cx="17441869" cy="7971820"/>
            <a:chOff x="0" y="0"/>
            <a:chExt cx="4593743" cy="2099574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593743" cy="2099574"/>
            </a:xfrm>
            <a:custGeom>
              <a:avLst/>
              <a:gdLst/>
              <a:ahLst/>
              <a:cxnLst/>
              <a:rect l="l" t="t" r="r" b="b"/>
              <a:pathLst>
                <a:path w="4593743" h="2099574">
                  <a:moveTo>
                    <a:pt x="16867" y="0"/>
                  </a:moveTo>
                  <a:lnTo>
                    <a:pt x="4576876" y="0"/>
                  </a:lnTo>
                  <a:cubicBezTo>
                    <a:pt x="4581349" y="0"/>
                    <a:pt x="4585640" y="1777"/>
                    <a:pt x="4588803" y="4940"/>
                  </a:cubicBezTo>
                  <a:cubicBezTo>
                    <a:pt x="4591966" y="8103"/>
                    <a:pt x="4593743" y="12394"/>
                    <a:pt x="4593743" y="16867"/>
                  </a:cubicBezTo>
                  <a:lnTo>
                    <a:pt x="4593743" y="2082707"/>
                  </a:lnTo>
                  <a:cubicBezTo>
                    <a:pt x="4593743" y="2092022"/>
                    <a:pt x="4586192" y="2099574"/>
                    <a:pt x="4576876" y="2099574"/>
                  </a:cubicBezTo>
                  <a:lnTo>
                    <a:pt x="16867" y="2099574"/>
                  </a:lnTo>
                  <a:cubicBezTo>
                    <a:pt x="12394" y="2099574"/>
                    <a:pt x="8103" y="2097797"/>
                    <a:pt x="4940" y="2094634"/>
                  </a:cubicBezTo>
                  <a:cubicBezTo>
                    <a:pt x="1777" y="2091471"/>
                    <a:pt x="0" y="2087180"/>
                    <a:pt x="0" y="2082707"/>
                  </a:cubicBezTo>
                  <a:lnTo>
                    <a:pt x="0" y="16867"/>
                  </a:lnTo>
                  <a:cubicBezTo>
                    <a:pt x="0" y="12394"/>
                    <a:pt x="1777" y="8103"/>
                    <a:pt x="4940" y="4940"/>
                  </a:cubicBezTo>
                  <a:cubicBezTo>
                    <a:pt x="8103" y="1777"/>
                    <a:pt x="12394" y="0"/>
                    <a:pt x="16867" y="0"/>
                  </a:cubicBezTo>
                  <a:close/>
                </a:path>
              </a:pathLst>
            </a:custGeom>
            <a:ln w="76200" cap="rnd">
              <a:solidFill>
                <a:srgbClr val="D1D1D1">
                  <a:alpha val="89804"/>
                </a:srgbClr>
              </a:solidFill>
              <a:prstDash val="solid"/>
              <a:round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0" y="-95250"/>
              <a:ext cx="4593743" cy="21948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3287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383650" y="-2941320"/>
            <a:ext cx="8824700" cy="8824700"/>
          </a:xfrm>
          <a:custGeom>
            <a:avLst/>
            <a:gdLst/>
            <a:ahLst/>
            <a:cxnLst/>
            <a:rect l="l" t="t" r="r" b="b"/>
            <a:pathLst>
              <a:path w="8824700" h="8824700">
                <a:moveTo>
                  <a:pt x="0" y="0"/>
                </a:moveTo>
                <a:lnTo>
                  <a:pt x="8824700" y="0"/>
                </a:lnTo>
                <a:lnTo>
                  <a:pt x="8824700" y="8824699"/>
                </a:lnTo>
                <a:lnTo>
                  <a:pt x="0" y="88246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888339" y="2758109"/>
            <a:ext cx="10156534" cy="10156534"/>
          </a:xfrm>
          <a:custGeom>
            <a:avLst/>
            <a:gdLst/>
            <a:ahLst/>
            <a:cxnLst/>
            <a:rect l="l" t="t" r="r" b="b"/>
            <a:pathLst>
              <a:path w="10156534" h="10156534">
                <a:moveTo>
                  <a:pt x="0" y="0"/>
                </a:moveTo>
                <a:lnTo>
                  <a:pt x="10156534" y="0"/>
                </a:lnTo>
                <a:lnTo>
                  <a:pt x="10156534" y="10156534"/>
                </a:lnTo>
                <a:lnTo>
                  <a:pt x="0" y="101565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4685065" y="-4472609"/>
            <a:ext cx="8229600" cy="8229600"/>
          </a:xfrm>
          <a:custGeom>
            <a:avLst/>
            <a:gdLst/>
            <a:ahLst/>
            <a:cxnLst/>
            <a:rect l="l" t="t" r="r" b="b"/>
            <a:pathLst>
              <a:path w="8229600" h="8229600">
                <a:moveTo>
                  <a:pt x="0" y="0"/>
                </a:moveTo>
                <a:lnTo>
                  <a:pt x="8229600" y="0"/>
                </a:lnTo>
                <a:lnTo>
                  <a:pt x="82296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3956517" y="6907696"/>
            <a:ext cx="8229600" cy="8229600"/>
          </a:xfrm>
          <a:custGeom>
            <a:avLst/>
            <a:gdLst/>
            <a:ahLst/>
            <a:cxnLst/>
            <a:rect l="l" t="t" r="r" b="b"/>
            <a:pathLst>
              <a:path w="8229600" h="8229600">
                <a:moveTo>
                  <a:pt x="0" y="0"/>
                </a:moveTo>
                <a:lnTo>
                  <a:pt x="8229600" y="0"/>
                </a:lnTo>
                <a:lnTo>
                  <a:pt x="82296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423065" y="1926934"/>
            <a:ext cx="17441869" cy="7971820"/>
            <a:chOff x="0" y="0"/>
            <a:chExt cx="4593743" cy="209957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593743" cy="2099574"/>
            </a:xfrm>
            <a:custGeom>
              <a:avLst/>
              <a:gdLst/>
              <a:ahLst/>
              <a:cxnLst/>
              <a:rect l="l" t="t" r="r" b="b"/>
              <a:pathLst>
                <a:path w="4593743" h="2099574">
                  <a:moveTo>
                    <a:pt x="16867" y="0"/>
                  </a:moveTo>
                  <a:lnTo>
                    <a:pt x="4576876" y="0"/>
                  </a:lnTo>
                  <a:cubicBezTo>
                    <a:pt x="4581349" y="0"/>
                    <a:pt x="4585640" y="1777"/>
                    <a:pt x="4588803" y="4940"/>
                  </a:cubicBezTo>
                  <a:cubicBezTo>
                    <a:pt x="4591966" y="8103"/>
                    <a:pt x="4593743" y="12394"/>
                    <a:pt x="4593743" y="16867"/>
                  </a:cubicBezTo>
                  <a:lnTo>
                    <a:pt x="4593743" y="2082707"/>
                  </a:lnTo>
                  <a:cubicBezTo>
                    <a:pt x="4593743" y="2092022"/>
                    <a:pt x="4586192" y="2099574"/>
                    <a:pt x="4576876" y="2099574"/>
                  </a:cubicBezTo>
                  <a:lnTo>
                    <a:pt x="16867" y="2099574"/>
                  </a:lnTo>
                  <a:cubicBezTo>
                    <a:pt x="12394" y="2099574"/>
                    <a:pt x="8103" y="2097797"/>
                    <a:pt x="4940" y="2094634"/>
                  </a:cubicBezTo>
                  <a:cubicBezTo>
                    <a:pt x="1777" y="2091471"/>
                    <a:pt x="0" y="2087180"/>
                    <a:pt x="0" y="2082707"/>
                  </a:cubicBezTo>
                  <a:lnTo>
                    <a:pt x="0" y="16867"/>
                  </a:lnTo>
                  <a:cubicBezTo>
                    <a:pt x="0" y="12394"/>
                    <a:pt x="1777" y="8103"/>
                    <a:pt x="4940" y="4940"/>
                  </a:cubicBezTo>
                  <a:cubicBezTo>
                    <a:pt x="8103" y="1777"/>
                    <a:pt x="12394" y="0"/>
                    <a:pt x="16867" y="0"/>
                  </a:cubicBezTo>
                  <a:close/>
                </a:path>
              </a:pathLst>
            </a:custGeom>
            <a:ln w="76200" cap="rnd">
              <a:solidFill>
                <a:srgbClr val="D1D1D1">
                  <a:alpha val="89804"/>
                </a:srgbClr>
              </a:solidFill>
              <a:prstDash val="solid"/>
              <a:round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95250"/>
              <a:ext cx="4593743" cy="21948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3287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423065" y="520122"/>
            <a:ext cx="3850017" cy="950908"/>
          </a:xfrm>
          <a:custGeom>
            <a:avLst/>
            <a:gdLst/>
            <a:ahLst/>
            <a:cxnLst/>
            <a:rect l="l" t="t" r="r" b="b"/>
            <a:pathLst>
              <a:path w="3850017" h="950908">
                <a:moveTo>
                  <a:pt x="0" y="0"/>
                </a:moveTo>
                <a:lnTo>
                  <a:pt x="3850018" y="0"/>
                </a:lnTo>
                <a:lnTo>
                  <a:pt x="3850018" y="950908"/>
                </a:lnTo>
                <a:lnTo>
                  <a:pt x="0" y="9509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4974972" y="520122"/>
            <a:ext cx="2889962" cy="1017157"/>
          </a:xfrm>
          <a:custGeom>
            <a:avLst/>
            <a:gdLst/>
            <a:ahLst/>
            <a:cxnLst/>
            <a:rect l="l" t="t" r="r" b="b"/>
            <a:pathLst>
              <a:path w="2889962" h="1017157">
                <a:moveTo>
                  <a:pt x="0" y="0"/>
                </a:moveTo>
                <a:lnTo>
                  <a:pt x="2889963" y="0"/>
                </a:lnTo>
                <a:lnTo>
                  <a:pt x="2889963" y="1017156"/>
                </a:lnTo>
                <a:lnTo>
                  <a:pt x="0" y="101715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11" name="Group 11"/>
          <p:cNvGrpSpPr/>
          <p:nvPr/>
        </p:nvGrpSpPr>
        <p:grpSpPr>
          <a:xfrm>
            <a:off x="5440445" y="520122"/>
            <a:ext cx="7559510" cy="960907"/>
            <a:chOff x="0" y="0"/>
            <a:chExt cx="1990982" cy="253079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990982" cy="253078"/>
            </a:xfrm>
            <a:custGeom>
              <a:avLst/>
              <a:gdLst/>
              <a:ahLst/>
              <a:cxnLst/>
              <a:rect l="l" t="t" r="r" b="b"/>
              <a:pathLst>
                <a:path w="1990982" h="253078">
                  <a:moveTo>
                    <a:pt x="102413" y="0"/>
                  </a:moveTo>
                  <a:lnTo>
                    <a:pt x="1888569" y="0"/>
                  </a:lnTo>
                  <a:cubicBezTo>
                    <a:pt x="1945130" y="0"/>
                    <a:pt x="1990982" y="45852"/>
                    <a:pt x="1990982" y="102413"/>
                  </a:cubicBezTo>
                  <a:lnTo>
                    <a:pt x="1990982" y="150666"/>
                  </a:lnTo>
                  <a:cubicBezTo>
                    <a:pt x="1990982" y="177827"/>
                    <a:pt x="1980192" y="203876"/>
                    <a:pt x="1960986" y="223082"/>
                  </a:cubicBezTo>
                  <a:cubicBezTo>
                    <a:pt x="1941780" y="242289"/>
                    <a:pt x="1915731" y="253078"/>
                    <a:pt x="1888569" y="253078"/>
                  </a:cubicBezTo>
                  <a:lnTo>
                    <a:pt x="102413" y="253078"/>
                  </a:lnTo>
                  <a:cubicBezTo>
                    <a:pt x="75251" y="253078"/>
                    <a:pt x="49202" y="242289"/>
                    <a:pt x="29996" y="223082"/>
                  </a:cubicBezTo>
                  <a:cubicBezTo>
                    <a:pt x="10790" y="203876"/>
                    <a:pt x="0" y="177827"/>
                    <a:pt x="0" y="150666"/>
                  </a:cubicBezTo>
                  <a:lnTo>
                    <a:pt x="0" y="102413"/>
                  </a:lnTo>
                  <a:cubicBezTo>
                    <a:pt x="0" y="75251"/>
                    <a:pt x="10790" y="49202"/>
                    <a:pt x="29996" y="29996"/>
                  </a:cubicBezTo>
                  <a:cubicBezTo>
                    <a:pt x="49202" y="10790"/>
                    <a:pt x="75251" y="0"/>
                    <a:pt x="102413" y="0"/>
                  </a:cubicBezTo>
                  <a:close/>
                </a:path>
              </a:pathLst>
            </a:custGeom>
            <a:ln w="3810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0" y="-95250"/>
              <a:ext cx="1990982" cy="3483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87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6608413" y="634784"/>
            <a:ext cx="5001312" cy="6796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39"/>
              </a:lnSpc>
              <a:spcBef>
                <a:spcPct val="0"/>
              </a:spcBef>
            </a:pPr>
            <a:r>
              <a:rPr lang="en-US" sz="3122" b="1" spc="171" dirty="0">
                <a:solidFill>
                  <a:srgbClr val="FFFFFF"/>
                </a:solidFill>
                <a:latin typeface="Nunito Bold"/>
                <a:ea typeface="Nunito Bold"/>
                <a:cs typeface="Nunito Bold"/>
                <a:sym typeface="Nunito Bold"/>
              </a:rPr>
              <a:t>FEASIBILITY 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32</Words>
  <Application>Microsoft Office PowerPoint</Application>
  <PresentationFormat>Custom</PresentationFormat>
  <Paragraphs>16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Nunito Bold</vt:lpstr>
      <vt:lpstr>Calibri</vt:lpstr>
      <vt:lpstr>Nunito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Copy of PPT Template_1</dc:title>
  <cp:lastModifiedBy>Microsoft account</cp:lastModifiedBy>
  <cp:revision>2</cp:revision>
  <dcterms:created xsi:type="dcterms:W3CDTF">2006-08-16T00:00:00Z</dcterms:created>
  <dcterms:modified xsi:type="dcterms:W3CDTF">2026-02-18T04:27:38Z</dcterms:modified>
  <dc:identifier>DAHA1wTlJ98</dc:identifier>
</cp:coreProperties>
</file>